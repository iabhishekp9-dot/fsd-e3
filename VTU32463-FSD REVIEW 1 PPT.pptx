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1080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0401" y="962761"/>
            <a:ext cx="6463665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4036" y="1704208"/>
            <a:ext cx="8686165" cy="2547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0" y="995172"/>
            <a:ext cx="2657856" cy="6431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2321" y="1715245"/>
            <a:ext cx="8251825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dirty="0">
                <a:latin typeface="Cambria"/>
                <a:cs typeface="Cambria"/>
              </a:rPr>
              <a:t>Vel</a:t>
            </a:r>
            <a:r>
              <a:rPr sz="1850" b="1" spc="-8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Tech</a:t>
            </a:r>
            <a:r>
              <a:rPr sz="1850" b="1" spc="-4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Rangarajan</a:t>
            </a:r>
            <a:r>
              <a:rPr sz="1850" b="1" spc="-20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Dr.</a:t>
            </a:r>
            <a:r>
              <a:rPr sz="1850" b="1" spc="-5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Sagunthala</a:t>
            </a:r>
            <a:r>
              <a:rPr sz="1850" b="1" spc="-5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R&amp;D</a:t>
            </a:r>
            <a:r>
              <a:rPr sz="1850" b="1" spc="-7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Institute</a:t>
            </a:r>
            <a:r>
              <a:rPr sz="1850" b="1" spc="-3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of</a:t>
            </a:r>
            <a:r>
              <a:rPr sz="1850" b="1" spc="-4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Science</a:t>
            </a:r>
            <a:r>
              <a:rPr sz="1850" b="1" spc="-3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and</a:t>
            </a:r>
            <a:r>
              <a:rPr sz="1850" b="1" spc="-30" dirty="0">
                <a:latin typeface="Cambria"/>
                <a:cs typeface="Cambria"/>
              </a:rPr>
              <a:t> </a:t>
            </a:r>
            <a:r>
              <a:rPr sz="1850" b="1" spc="-10" dirty="0">
                <a:latin typeface="Cambria"/>
                <a:cs typeface="Cambria"/>
              </a:rPr>
              <a:t>Technology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88986" y="1997442"/>
            <a:ext cx="2524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2100" spc="-3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2100" spc="-4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21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0955" y="2222292"/>
            <a:ext cx="7156450" cy="23964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1850" b="1" dirty="0">
                <a:latin typeface="Cambria"/>
                <a:cs typeface="Cambria"/>
              </a:rPr>
              <a:t>Department of</a:t>
            </a:r>
            <a:r>
              <a:rPr sz="1850" b="1" spc="-1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Computer</a:t>
            </a:r>
            <a:r>
              <a:rPr sz="1850" b="1" spc="-10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Science</a:t>
            </a:r>
            <a:r>
              <a:rPr sz="1850" b="1" spc="-5" dirty="0">
                <a:latin typeface="Cambria"/>
                <a:cs typeface="Cambria"/>
              </a:rPr>
              <a:t> </a:t>
            </a:r>
            <a:r>
              <a:rPr sz="1850" b="1" dirty="0">
                <a:latin typeface="Cambria"/>
                <a:cs typeface="Cambria"/>
              </a:rPr>
              <a:t>and</a:t>
            </a:r>
            <a:r>
              <a:rPr sz="1850" b="1" spc="20" dirty="0">
                <a:latin typeface="Cambria"/>
                <a:cs typeface="Cambria"/>
              </a:rPr>
              <a:t> </a:t>
            </a:r>
            <a:r>
              <a:rPr sz="1850" b="1" spc="-10" dirty="0">
                <a:latin typeface="Cambria"/>
                <a:cs typeface="Cambria"/>
              </a:rPr>
              <a:t>Engineering</a:t>
            </a:r>
            <a:endParaRPr sz="1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670"/>
              </a:spcBef>
            </a:pPr>
            <a:r>
              <a:rPr sz="1600" b="1" spc="125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1600" b="1" spc="30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1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16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30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16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40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16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3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16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45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1600" b="1" spc="34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1600" b="1" spc="10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16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sz="2100" b="1" spc="-7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r>
              <a:rPr sz="2100" b="1" spc="-8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:</a:t>
            </a:r>
            <a:r>
              <a:rPr sz="2100" b="1" spc="-5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MILESTONE</a:t>
            </a:r>
            <a:r>
              <a:rPr sz="2100" b="1" spc="-5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sz="2100" b="1" spc="-7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–</a:t>
            </a:r>
            <a:r>
              <a:rPr sz="2100" b="1" spc="-45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spc="-50" dirty="0">
                <a:solidFill>
                  <a:srgbClr val="BF0000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100" b="1" dirty="0">
                <a:solidFill>
                  <a:srgbClr val="BF0000"/>
                </a:solidFill>
                <a:latin typeface="Arial"/>
                <a:cs typeface="Arial"/>
              </a:rPr>
              <a:t>Date:</a:t>
            </a:r>
            <a:r>
              <a:rPr sz="2100" b="1" spc="-20" dirty="0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BF0000"/>
                </a:solidFill>
                <a:latin typeface="Arial"/>
                <a:cs typeface="Arial"/>
              </a:rPr>
              <a:t>24-03-</a:t>
            </a:r>
            <a:r>
              <a:rPr sz="2100" b="1" spc="-20" dirty="0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2100">
              <a:latin typeface="Arial"/>
              <a:cs typeface="Arial"/>
            </a:endParaRPr>
          </a:p>
          <a:p>
            <a:pPr marL="431165" algn="ctr">
              <a:lnSpc>
                <a:spcPct val="100000"/>
              </a:lnSpc>
              <a:spcBef>
                <a:spcPts val="2100"/>
              </a:spcBef>
            </a:pPr>
            <a:r>
              <a:rPr sz="2100" b="1" dirty="0">
                <a:solidFill>
                  <a:srgbClr val="0033CC"/>
                </a:solidFill>
                <a:latin typeface="Times New Roman"/>
                <a:cs typeface="Times New Roman"/>
              </a:rPr>
              <a:t>Academic</a:t>
            </a:r>
            <a:r>
              <a:rPr sz="2100" b="1" spc="-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Campus</a:t>
            </a:r>
            <a:r>
              <a:rPr sz="185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r>
              <a:rPr sz="185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&amp;</a:t>
            </a:r>
            <a:r>
              <a:rPr sz="185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dirty="0">
                <a:solidFill>
                  <a:srgbClr val="0033CC"/>
                </a:solidFill>
                <a:latin typeface="Times New Roman"/>
                <a:cs typeface="Times New Roman"/>
              </a:rPr>
              <a:t>Registration</a:t>
            </a:r>
            <a:r>
              <a:rPr sz="185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185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Portal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1498" y="4852219"/>
            <a:ext cx="352234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b="1" dirty="0">
                <a:latin typeface="Cambria"/>
                <a:cs typeface="Cambria"/>
              </a:rPr>
              <a:t>SDG:</a:t>
            </a:r>
            <a:r>
              <a:rPr sz="1150" b="1" spc="-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SDG</a:t>
            </a:r>
            <a:r>
              <a:rPr sz="1150" b="1" spc="10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9</a:t>
            </a:r>
            <a:r>
              <a:rPr sz="1150" b="1" spc="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–Industry,</a:t>
            </a:r>
            <a:r>
              <a:rPr sz="1150" b="1" spc="-10" dirty="0">
                <a:latin typeface="Cambria"/>
                <a:cs typeface="Cambria"/>
              </a:rPr>
              <a:t> Innovation</a:t>
            </a:r>
            <a:r>
              <a:rPr sz="1150" b="1" spc="-5" dirty="0">
                <a:latin typeface="Cambria"/>
                <a:cs typeface="Cambria"/>
              </a:rPr>
              <a:t> </a:t>
            </a:r>
            <a:r>
              <a:rPr sz="1150" b="1" dirty="0">
                <a:latin typeface="Cambria"/>
                <a:cs typeface="Cambria"/>
              </a:rPr>
              <a:t>and</a:t>
            </a:r>
            <a:r>
              <a:rPr sz="1150" b="1" spc="5" dirty="0">
                <a:latin typeface="Cambria"/>
                <a:cs typeface="Cambria"/>
              </a:rPr>
              <a:t> </a:t>
            </a:r>
            <a:r>
              <a:rPr sz="1150" b="1" spc="-10" dirty="0">
                <a:latin typeface="Cambria"/>
                <a:cs typeface="Cambria"/>
              </a:rPr>
              <a:t>Infrastructure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810" y="5307932"/>
            <a:ext cx="4596130" cy="686726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750" b="1" spc="-10" dirty="0">
                <a:latin typeface="Cambria"/>
                <a:cs typeface="Cambria"/>
              </a:rPr>
              <a:t>Presented</a:t>
            </a:r>
            <a:r>
              <a:rPr sz="1750" b="1" spc="-15" dirty="0">
                <a:latin typeface="Cambria"/>
                <a:cs typeface="Cambria"/>
              </a:rPr>
              <a:t> </a:t>
            </a:r>
            <a:r>
              <a:rPr sz="1750" b="1" spc="-25" dirty="0">
                <a:latin typeface="Cambria"/>
                <a:cs typeface="Cambria"/>
              </a:rPr>
              <a:t>By</a:t>
            </a:r>
            <a:r>
              <a:rPr sz="1750" b="1" spc="-25" dirty="0" smtClean="0">
                <a:latin typeface="Cambria"/>
                <a:cs typeface="Cambria"/>
              </a:rPr>
              <a:t>:</a:t>
            </a:r>
            <a:r>
              <a:rPr lang="en-US" sz="1750" b="1" spc="-25" dirty="0" smtClean="0">
                <a:latin typeface="Cambria"/>
                <a:cs typeface="Cambria"/>
              </a:rPr>
              <a:t/>
            </a:r>
            <a:br>
              <a:rPr lang="en-US" sz="1750" b="1" spc="-25" dirty="0" smtClean="0">
                <a:latin typeface="Cambria"/>
                <a:cs typeface="Cambria"/>
              </a:rPr>
            </a:br>
            <a:r>
              <a:rPr lang="en-US" sz="1750" spc="-25" dirty="0" err="1" smtClean="0">
                <a:latin typeface="Cambria"/>
                <a:cs typeface="Cambria"/>
              </a:rPr>
              <a:t>Abhishek</a:t>
            </a:r>
            <a:r>
              <a:rPr lang="en-US" sz="1750" spc="-25" dirty="0" smtClean="0">
                <a:latin typeface="Cambria"/>
                <a:cs typeface="Cambria"/>
              </a:rPr>
              <a:t> </a:t>
            </a:r>
            <a:r>
              <a:rPr lang="en-US" sz="1750" spc="-25" dirty="0" err="1" smtClean="0">
                <a:latin typeface="Cambria"/>
                <a:cs typeface="Cambria"/>
              </a:rPr>
              <a:t>Pari</a:t>
            </a:r>
            <a:r>
              <a:rPr lang="en-US" sz="1750" spc="-25" dirty="0" smtClean="0">
                <a:latin typeface="Cambria"/>
                <a:cs typeface="Cambria"/>
              </a:rPr>
              <a:t> </a:t>
            </a:r>
            <a:r>
              <a:rPr sz="1750" spc="-10" dirty="0" smtClean="0">
                <a:latin typeface="Cambria"/>
                <a:cs typeface="Cambria"/>
              </a:rPr>
              <a:t>–</a:t>
            </a:r>
            <a:r>
              <a:rPr sz="1750" spc="-15" dirty="0" smtClean="0">
                <a:latin typeface="Cambria"/>
                <a:cs typeface="Cambria"/>
              </a:rPr>
              <a:t> </a:t>
            </a:r>
            <a:r>
              <a:rPr sz="1750" spc="-10" dirty="0" smtClean="0">
                <a:latin typeface="Cambria"/>
                <a:cs typeface="Cambria"/>
              </a:rPr>
              <a:t>VTU</a:t>
            </a:r>
            <a:r>
              <a:rPr lang="en-US" sz="1750" spc="-10" dirty="0" smtClean="0">
                <a:latin typeface="Cambria"/>
                <a:cs typeface="Cambria"/>
              </a:rPr>
              <a:t>32463</a:t>
            </a:r>
            <a:r>
              <a:rPr sz="1750" spc="-10" dirty="0" smtClean="0">
                <a:latin typeface="Cambria"/>
                <a:cs typeface="Cambria"/>
              </a:rPr>
              <a:t>–23UECS</a:t>
            </a:r>
            <a:r>
              <a:rPr lang="en-US" sz="1750" spc="-10" dirty="0" smtClean="0">
                <a:latin typeface="Cambria"/>
                <a:cs typeface="Cambria"/>
              </a:rPr>
              <a:t>3001</a:t>
            </a:r>
            <a:endParaRPr sz="175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9604" y="5255950"/>
            <a:ext cx="2661285" cy="82740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750" b="1" dirty="0">
                <a:latin typeface="Cambria"/>
                <a:cs typeface="Cambria"/>
              </a:rPr>
              <a:t>Courses</a:t>
            </a:r>
            <a:r>
              <a:rPr sz="1750" b="1" spc="-85" dirty="0">
                <a:latin typeface="Cambria"/>
                <a:cs typeface="Cambria"/>
              </a:rPr>
              <a:t> </a:t>
            </a:r>
            <a:r>
              <a:rPr sz="1750" b="1" dirty="0">
                <a:latin typeface="Cambria"/>
                <a:cs typeface="Cambria"/>
              </a:rPr>
              <a:t>Handling</a:t>
            </a:r>
            <a:r>
              <a:rPr sz="1750" b="1" spc="-70" dirty="0">
                <a:latin typeface="Cambria"/>
                <a:cs typeface="Cambria"/>
              </a:rPr>
              <a:t> </a:t>
            </a:r>
            <a:r>
              <a:rPr sz="1750" b="1" spc="-10" dirty="0">
                <a:latin typeface="Cambria"/>
                <a:cs typeface="Cambria"/>
              </a:rPr>
              <a:t>Faculty: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750" spc="-10" dirty="0">
                <a:latin typeface="Cambria"/>
                <a:cs typeface="Cambria"/>
              </a:rPr>
              <a:t>Dr.</a:t>
            </a:r>
            <a:r>
              <a:rPr sz="1750" spc="-95" dirty="0">
                <a:latin typeface="Cambria"/>
                <a:cs typeface="Cambria"/>
              </a:rPr>
              <a:t> </a:t>
            </a:r>
            <a:r>
              <a:rPr sz="1750" spc="-10" dirty="0">
                <a:latin typeface="Cambria"/>
                <a:cs typeface="Cambria"/>
              </a:rPr>
              <a:t>Hafizur</a:t>
            </a:r>
            <a:r>
              <a:rPr sz="1750" spc="-55" dirty="0">
                <a:latin typeface="Cambria"/>
                <a:cs typeface="Cambria"/>
              </a:rPr>
              <a:t> </a:t>
            </a:r>
            <a:r>
              <a:rPr sz="1750" spc="-10" dirty="0">
                <a:latin typeface="Cambria"/>
                <a:cs typeface="Cambria"/>
              </a:rPr>
              <a:t>Rahman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51051" y="774191"/>
            <a:ext cx="2936875" cy="944880"/>
          </a:xfrm>
          <a:custGeom>
            <a:avLst/>
            <a:gdLst/>
            <a:ahLst/>
            <a:cxnLst/>
            <a:rect l="l" t="t" r="r" b="b"/>
            <a:pathLst>
              <a:path w="2936875" h="944880">
                <a:moveTo>
                  <a:pt x="2936748" y="582168"/>
                </a:moveTo>
                <a:lnTo>
                  <a:pt x="2916936" y="582168"/>
                </a:lnTo>
                <a:lnTo>
                  <a:pt x="2897124" y="592836"/>
                </a:lnTo>
                <a:lnTo>
                  <a:pt x="2860548" y="592836"/>
                </a:lnTo>
                <a:lnTo>
                  <a:pt x="2820924" y="601980"/>
                </a:lnTo>
                <a:lnTo>
                  <a:pt x="2822448" y="601980"/>
                </a:lnTo>
                <a:lnTo>
                  <a:pt x="2782824" y="611124"/>
                </a:lnTo>
                <a:lnTo>
                  <a:pt x="2746248" y="611124"/>
                </a:lnTo>
                <a:lnTo>
                  <a:pt x="2726436" y="620268"/>
                </a:lnTo>
                <a:lnTo>
                  <a:pt x="2650236" y="620268"/>
                </a:lnTo>
                <a:lnTo>
                  <a:pt x="2610612" y="630936"/>
                </a:lnTo>
                <a:lnTo>
                  <a:pt x="2552700" y="630936"/>
                </a:lnTo>
                <a:lnTo>
                  <a:pt x="2513076" y="640080"/>
                </a:lnTo>
                <a:lnTo>
                  <a:pt x="2159508" y="640080"/>
                </a:lnTo>
                <a:lnTo>
                  <a:pt x="2138172" y="630936"/>
                </a:lnTo>
                <a:lnTo>
                  <a:pt x="2061972" y="630936"/>
                </a:lnTo>
                <a:lnTo>
                  <a:pt x="2022348" y="620268"/>
                </a:lnTo>
                <a:lnTo>
                  <a:pt x="1946148" y="620268"/>
                </a:lnTo>
                <a:lnTo>
                  <a:pt x="1926336" y="611124"/>
                </a:lnTo>
                <a:lnTo>
                  <a:pt x="1889760" y="611124"/>
                </a:lnTo>
                <a:lnTo>
                  <a:pt x="1868424" y="601980"/>
                </a:lnTo>
                <a:lnTo>
                  <a:pt x="1851660" y="601980"/>
                </a:lnTo>
                <a:lnTo>
                  <a:pt x="1812036" y="592836"/>
                </a:lnTo>
                <a:lnTo>
                  <a:pt x="1775460" y="592836"/>
                </a:lnTo>
                <a:lnTo>
                  <a:pt x="1755648" y="582168"/>
                </a:lnTo>
                <a:lnTo>
                  <a:pt x="1719072" y="582168"/>
                </a:lnTo>
                <a:lnTo>
                  <a:pt x="1699260" y="573024"/>
                </a:lnTo>
                <a:lnTo>
                  <a:pt x="1682496" y="573024"/>
                </a:lnTo>
                <a:lnTo>
                  <a:pt x="1662684" y="563880"/>
                </a:lnTo>
                <a:lnTo>
                  <a:pt x="1626108" y="554736"/>
                </a:lnTo>
                <a:lnTo>
                  <a:pt x="1607820" y="554736"/>
                </a:lnTo>
                <a:lnTo>
                  <a:pt x="1588008" y="544068"/>
                </a:lnTo>
                <a:lnTo>
                  <a:pt x="1552956" y="544068"/>
                </a:lnTo>
                <a:lnTo>
                  <a:pt x="1533144" y="534924"/>
                </a:lnTo>
                <a:lnTo>
                  <a:pt x="1534680" y="534924"/>
                </a:lnTo>
                <a:lnTo>
                  <a:pt x="1514856" y="525780"/>
                </a:lnTo>
                <a:lnTo>
                  <a:pt x="1516380" y="534924"/>
                </a:lnTo>
                <a:lnTo>
                  <a:pt x="1496568" y="525780"/>
                </a:lnTo>
                <a:lnTo>
                  <a:pt x="1498092" y="525780"/>
                </a:lnTo>
                <a:lnTo>
                  <a:pt x="1478280" y="516636"/>
                </a:lnTo>
                <a:lnTo>
                  <a:pt x="1461516" y="516636"/>
                </a:lnTo>
                <a:lnTo>
                  <a:pt x="1443228" y="505968"/>
                </a:lnTo>
                <a:lnTo>
                  <a:pt x="1426464" y="505968"/>
                </a:lnTo>
                <a:lnTo>
                  <a:pt x="1406652" y="496824"/>
                </a:lnTo>
                <a:lnTo>
                  <a:pt x="1389888" y="496824"/>
                </a:lnTo>
                <a:lnTo>
                  <a:pt x="1353312" y="478536"/>
                </a:lnTo>
                <a:lnTo>
                  <a:pt x="1336548" y="478536"/>
                </a:lnTo>
                <a:lnTo>
                  <a:pt x="1299972" y="458724"/>
                </a:lnTo>
                <a:lnTo>
                  <a:pt x="1283208" y="458724"/>
                </a:lnTo>
                <a:lnTo>
                  <a:pt x="1264920" y="449580"/>
                </a:lnTo>
                <a:lnTo>
                  <a:pt x="1266444" y="449580"/>
                </a:lnTo>
                <a:lnTo>
                  <a:pt x="1248156" y="440436"/>
                </a:lnTo>
                <a:lnTo>
                  <a:pt x="1229880" y="429768"/>
                </a:lnTo>
                <a:lnTo>
                  <a:pt x="1231392" y="440436"/>
                </a:lnTo>
                <a:lnTo>
                  <a:pt x="1194816" y="420624"/>
                </a:lnTo>
                <a:lnTo>
                  <a:pt x="1196340" y="420624"/>
                </a:lnTo>
                <a:lnTo>
                  <a:pt x="1178052" y="411480"/>
                </a:lnTo>
                <a:lnTo>
                  <a:pt x="1179576" y="411480"/>
                </a:lnTo>
                <a:lnTo>
                  <a:pt x="1143000" y="402336"/>
                </a:lnTo>
                <a:lnTo>
                  <a:pt x="1144524" y="402336"/>
                </a:lnTo>
                <a:lnTo>
                  <a:pt x="1126236" y="391668"/>
                </a:lnTo>
                <a:lnTo>
                  <a:pt x="1127760" y="391668"/>
                </a:lnTo>
                <a:lnTo>
                  <a:pt x="1109472" y="382524"/>
                </a:lnTo>
                <a:lnTo>
                  <a:pt x="1092708" y="382524"/>
                </a:lnTo>
                <a:lnTo>
                  <a:pt x="1059180" y="364236"/>
                </a:lnTo>
                <a:lnTo>
                  <a:pt x="1040892" y="353568"/>
                </a:lnTo>
                <a:lnTo>
                  <a:pt x="1042416" y="353568"/>
                </a:lnTo>
                <a:lnTo>
                  <a:pt x="1024128" y="344424"/>
                </a:lnTo>
                <a:lnTo>
                  <a:pt x="1025652" y="344424"/>
                </a:lnTo>
                <a:lnTo>
                  <a:pt x="1007364" y="335280"/>
                </a:lnTo>
                <a:lnTo>
                  <a:pt x="992124" y="335280"/>
                </a:lnTo>
                <a:lnTo>
                  <a:pt x="925068" y="297180"/>
                </a:lnTo>
                <a:lnTo>
                  <a:pt x="926592" y="297180"/>
                </a:lnTo>
                <a:lnTo>
                  <a:pt x="908304" y="288036"/>
                </a:lnTo>
                <a:lnTo>
                  <a:pt x="909828" y="288036"/>
                </a:lnTo>
                <a:lnTo>
                  <a:pt x="891540" y="277368"/>
                </a:lnTo>
                <a:lnTo>
                  <a:pt x="893064" y="277368"/>
                </a:lnTo>
                <a:lnTo>
                  <a:pt x="859536" y="259080"/>
                </a:lnTo>
                <a:lnTo>
                  <a:pt x="861060" y="259080"/>
                </a:lnTo>
                <a:lnTo>
                  <a:pt x="810768" y="239268"/>
                </a:lnTo>
                <a:lnTo>
                  <a:pt x="812292" y="239268"/>
                </a:lnTo>
                <a:lnTo>
                  <a:pt x="778764" y="220980"/>
                </a:lnTo>
                <a:lnTo>
                  <a:pt x="780288" y="220980"/>
                </a:lnTo>
                <a:lnTo>
                  <a:pt x="763524" y="211836"/>
                </a:lnTo>
                <a:lnTo>
                  <a:pt x="765048" y="211836"/>
                </a:lnTo>
                <a:lnTo>
                  <a:pt x="731520" y="192024"/>
                </a:lnTo>
                <a:lnTo>
                  <a:pt x="733044" y="192024"/>
                </a:lnTo>
                <a:lnTo>
                  <a:pt x="716280" y="182880"/>
                </a:lnTo>
                <a:lnTo>
                  <a:pt x="717804" y="182880"/>
                </a:lnTo>
                <a:lnTo>
                  <a:pt x="710184" y="173736"/>
                </a:lnTo>
                <a:lnTo>
                  <a:pt x="701040" y="163068"/>
                </a:lnTo>
                <a:lnTo>
                  <a:pt x="701040" y="173736"/>
                </a:lnTo>
                <a:lnTo>
                  <a:pt x="685800" y="163068"/>
                </a:lnTo>
                <a:lnTo>
                  <a:pt x="669036" y="144780"/>
                </a:lnTo>
                <a:lnTo>
                  <a:pt x="670560" y="144780"/>
                </a:lnTo>
                <a:lnTo>
                  <a:pt x="653796" y="135636"/>
                </a:lnTo>
                <a:lnTo>
                  <a:pt x="655320" y="135636"/>
                </a:lnTo>
                <a:lnTo>
                  <a:pt x="638556" y="124968"/>
                </a:lnTo>
                <a:lnTo>
                  <a:pt x="640080" y="124968"/>
                </a:lnTo>
                <a:lnTo>
                  <a:pt x="623316" y="115824"/>
                </a:lnTo>
                <a:lnTo>
                  <a:pt x="624840" y="115824"/>
                </a:lnTo>
                <a:lnTo>
                  <a:pt x="608076" y="106680"/>
                </a:lnTo>
                <a:lnTo>
                  <a:pt x="609600" y="106680"/>
                </a:lnTo>
                <a:lnTo>
                  <a:pt x="592836" y="97536"/>
                </a:lnTo>
                <a:lnTo>
                  <a:pt x="594360" y="97536"/>
                </a:lnTo>
                <a:lnTo>
                  <a:pt x="577596" y="86868"/>
                </a:lnTo>
                <a:lnTo>
                  <a:pt x="579120" y="86868"/>
                </a:lnTo>
                <a:lnTo>
                  <a:pt x="562356" y="77724"/>
                </a:lnTo>
                <a:lnTo>
                  <a:pt x="563880" y="77724"/>
                </a:lnTo>
                <a:lnTo>
                  <a:pt x="548640" y="68580"/>
                </a:lnTo>
                <a:lnTo>
                  <a:pt x="541020" y="59436"/>
                </a:lnTo>
                <a:lnTo>
                  <a:pt x="533412" y="48768"/>
                </a:lnTo>
                <a:lnTo>
                  <a:pt x="533412" y="59436"/>
                </a:lnTo>
                <a:lnTo>
                  <a:pt x="525780" y="48768"/>
                </a:lnTo>
                <a:lnTo>
                  <a:pt x="518160" y="39624"/>
                </a:lnTo>
                <a:lnTo>
                  <a:pt x="518160" y="48768"/>
                </a:lnTo>
                <a:lnTo>
                  <a:pt x="502920" y="30480"/>
                </a:lnTo>
                <a:lnTo>
                  <a:pt x="504444" y="30480"/>
                </a:lnTo>
                <a:lnTo>
                  <a:pt x="473964" y="10668"/>
                </a:lnTo>
                <a:lnTo>
                  <a:pt x="475488" y="10668"/>
                </a:lnTo>
                <a:lnTo>
                  <a:pt x="458724" y="1524"/>
                </a:lnTo>
                <a:lnTo>
                  <a:pt x="460248" y="1524"/>
                </a:lnTo>
                <a:lnTo>
                  <a:pt x="455676" y="0"/>
                </a:lnTo>
                <a:lnTo>
                  <a:pt x="0" y="0"/>
                </a:lnTo>
                <a:lnTo>
                  <a:pt x="1524" y="1524"/>
                </a:lnTo>
                <a:lnTo>
                  <a:pt x="15240" y="10668"/>
                </a:lnTo>
                <a:lnTo>
                  <a:pt x="45720" y="39624"/>
                </a:lnTo>
                <a:lnTo>
                  <a:pt x="59436" y="48768"/>
                </a:lnTo>
                <a:lnTo>
                  <a:pt x="120396" y="106680"/>
                </a:lnTo>
                <a:lnTo>
                  <a:pt x="135636" y="124968"/>
                </a:lnTo>
                <a:lnTo>
                  <a:pt x="166116" y="144780"/>
                </a:lnTo>
                <a:lnTo>
                  <a:pt x="181356" y="163068"/>
                </a:lnTo>
                <a:lnTo>
                  <a:pt x="211836" y="182880"/>
                </a:lnTo>
                <a:lnTo>
                  <a:pt x="228600" y="201168"/>
                </a:lnTo>
                <a:lnTo>
                  <a:pt x="259080" y="220980"/>
                </a:lnTo>
                <a:lnTo>
                  <a:pt x="275844" y="239268"/>
                </a:lnTo>
                <a:lnTo>
                  <a:pt x="291084" y="249936"/>
                </a:lnTo>
                <a:lnTo>
                  <a:pt x="307848" y="259080"/>
                </a:lnTo>
                <a:lnTo>
                  <a:pt x="323088" y="277368"/>
                </a:lnTo>
                <a:lnTo>
                  <a:pt x="371856" y="306324"/>
                </a:lnTo>
                <a:lnTo>
                  <a:pt x="388620" y="315468"/>
                </a:lnTo>
                <a:lnTo>
                  <a:pt x="422148" y="344424"/>
                </a:lnTo>
                <a:lnTo>
                  <a:pt x="455676" y="364236"/>
                </a:lnTo>
                <a:lnTo>
                  <a:pt x="489204" y="391668"/>
                </a:lnTo>
                <a:lnTo>
                  <a:pt x="522732" y="411480"/>
                </a:lnTo>
                <a:lnTo>
                  <a:pt x="541020" y="420624"/>
                </a:lnTo>
                <a:lnTo>
                  <a:pt x="591312" y="458724"/>
                </a:lnTo>
                <a:lnTo>
                  <a:pt x="609600" y="467868"/>
                </a:lnTo>
                <a:lnTo>
                  <a:pt x="626364" y="478536"/>
                </a:lnTo>
                <a:lnTo>
                  <a:pt x="644652" y="487680"/>
                </a:lnTo>
                <a:lnTo>
                  <a:pt x="661416" y="496824"/>
                </a:lnTo>
                <a:lnTo>
                  <a:pt x="751332" y="544068"/>
                </a:lnTo>
                <a:lnTo>
                  <a:pt x="768096" y="554736"/>
                </a:lnTo>
                <a:lnTo>
                  <a:pt x="952500" y="649224"/>
                </a:lnTo>
                <a:lnTo>
                  <a:pt x="970788" y="649224"/>
                </a:lnTo>
                <a:lnTo>
                  <a:pt x="1007364" y="669036"/>
                </a:lnTo>
                <a:lnTo>
                  <a:pt x="1027176" y="678180"/>
                </a:lnTo>
                <a:lnTo>
                  <a:pt x="1045464" y="687324"/>
                </a:lnTo>
                <a:lnTo>
                  <a:pt x="1065276" y="696468"/>
                </a:lnTo>
                <a:lnTo>
                  <a:pt x="1083564" y="696468"/>
                </a:lnTo>
                <a:lnTo>
                  <a:pt x="1103376" y="707136"/>
                </a:lnTo>
                <a:lnTo>
                  <a:pt x="1121664" y="716280"/>
                </a:lnTo>
                <a:lnTo>
                  <a:pt x="1141476" y="725424"/>
                </a:lnTo>
                <a:lnTo>
                  <a:pt x="1159764" y="734568"/>
                </a:lnTo>
                <a:lnTo>
                  <a:pt x="1179576" y="734568"/>
                </a:lnTo>
                <a:lnTo>
                  <a:pt x="1219200" y="754380"/>
                </a:lnTo>
                <a:lnTo>
                  <a:pt x="1237488" y="754380"/>
                </a:lnTo>
                <a:lnTo>
                  <a:pt x="1257300" y="763524"/>
                </a:lnTo>
                <a:lnTo>
                  <a:pt x="1435608" y="821436"/>
                </a:lnTo>
                <a:lnTo>
                  <a:pt x="1455420" y="821436"/>
                </a:lnTo>
                <a:lnTo>
                  <a:pt x="1495044" y="839724"/>
                </a:lnTo>
                <a:lnTo>
                  <a:pt x="1516380" y="839724"/>
                </a:lnTo>
                <a:lnTo>
                  <a:pt x="1556004" y="848868"/>
                </a:lnTo>
                <a:lnTo>
                  <a:pt x="1577340" y="859536"/>
                </a:lnTo>
                <a:lnTo>
                  <a:pt x="1616964" y="868680"/>
                </a:lnTo>
                <a:lnTo>
                  <a:pt x="1638300" y="868680"/>
                </a:lnTo>
                <a:lnTo>
                  <a:pt x="1658112" y="877824"/>
                </a:lnTo>
                <a:lnTo>
                  <a:pt x="1699260" y="877824"/>
                </a:lnTo>
                <a:lnTo>
                  <a:pt x="1720596" y="886968"/>
                </a:lnTo>
                <a:lnTo>
                  <a:pt x="1740408" y="886968"/>
                </a:lnTo>
                <a:lnTo>
                  <a:pt x="1761744" y="897636"/>
                </a:lnTo>
                <a:lnTo>
                  <a:pt x="1802892" y="897636"/>
                </a:lnTo>
                <a:lnTo>
                  <a:pt x="1845564" y="906780"/>
                </a:lnTo>
                <a:lnTo>
                  <a:pt x="1865376" y="906780"/>
                </a:lnTo>
                <a:lnTo>
                  <a:pt x="1929384" y="915924"/>
                </a:lnTo>
                <a:lnTo>
                  <a:pt x="1950720" y="915924"/>
                </a:lnTo>
                <a:lnTo>
                  <a:pt x="1972056" y="925068"/>
                </a:lnTo>
                <a:lnTo>
                  <a:pt x="2013204" y="925068"/>
                </a:lnTo>
                <a:lnTo>
                  <a:pt x="2162568" y="935736"/>
                </a:lnTo>
                <a:lnTo>
                  <a:pt x="2206752" y="935736"/>
                </a:lnTo>
                <a:lnTo>
                  <a:pt x="2228100" y="944880"/>
                </a:lnTo>
                <a:lnTo>
                  <a:pt x="2444508" y="944880"/>
                </a:lnTo>
                <a:lnTo>
                  <a:pt x="2465844" y="935736"/>
                </a:lnTo>
                <a:lnTo>
                  <a:pt x="2531376" y="935736"/>
                </a:lnTo>
                <a:lnTo>
                  <a:pt x="2659380" y="925068"/>
                </a:lnTo>
                <a:lnTo>
                  <a:pt x="2700540" y="925068"/>
                </a:lnTo>
                <a:lnTo>
                  <a:pt x="2721876" y="915924"/>
                </a:lnTo>
                <a:lnTo>
                  <a:pt x="2785872" y="915924"/>
                </a:lnTo>
                <a:lnTo>
                  <a:pt x="2805684" y="906780"/>
                </a:lnTo>
                <a:lnTo>
                  <a:pt x="2869692" y="897636"/>
                </a:lnTo>
                <a:lnTo>
                  <a:pt x="2910840" y="897636"/>
                </a:lnTo>
                <a:lnTo>
                  <a:pt x="2930652" y="886968"/>
                </a:lnTo>
                <a:lnTo>
                  <a:pt x="2936748" y="886968"/>
                </a:lnTo>
                <a:lnTo>
                  <a:pt x="2936748" y="640080"/>
                </a:lnTo>
                <a:lnTo>
                  <a:pt x="2936748" y="582168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1053083"/>
            <a:ext cx="753110" cy="4229100"/>
          </a:xfrm>
          <a:custGeom>
            <a:avLst/>
            <a:gdLst/>
            <a:ahLst/>
            <a:cxnLst/>
            <a:rect l="l" t="t" r="r" b="b"/>
            <a:pathLst>
              <a:path w="753110" h="4229100">
                <a:moveTo>
                  <a:pt x="752856" y="2095500"/>
                </a:moveTo>
                <a:lnTo>
                  <a:pt x="751332" y="2071116"/>
                </a:lnTo>
                <a:lnTo>
                  <a:pt x="751332" y="2007108"/>
                </a:lnTo>
                <a:lnTo>
                  <a:pt x="748284" y="1969008"/>
                </a:lnTo>
                <a:lnTo>
                  <a:pt x="748284" y="1943100"/>
                </a:lnTo>
                <a:lnTo>
                  <a:pt x="737616" y="1790700"/>
                </a:lnTo>
                <a:lnTo>
                  <a:pt x="734568" y="1766316"/>
                </a:lnTo>
                <a:lnTo>
                  <a:pt x="733044" y="1752600"/>
                </a:lnTo>
                <a:lnTo>
                  <a:pt x="729983" y="1728216"/>
                </a:lnTo>
                <a:lnTo>
                  <a:pt x="728459" y="1714500"/>
                </a:lnTo>
                <a:lnTo>
                  <a:pt x="723900" y="1676400"/>
                </a:lnTo>
                <a:lnTo>
                  <a:pt x="717804" y="1638300"/>
                </a:lnTo>
                <a:lnTo>
                  <a:pt x="713219" y="1600200"/>
                </a:lnTo>
                <a:lnTo>
                  <a:pt x="707123" y="1562100"/>
                </a:lnTo>
                <a:lnTo>
                  <a:pt x="704088" y="1537716"/>
                </a:lnTo>
                <a:lnTo>
                  <a:pt x="699516" y="1524000"/>
                </a:lnTo>
                <a:lnTo>
                  <a:pt x="696468" y="1499616"/>
                </a:lnTo>
                <a:lnTo>
                  <a:pt x="691896" y="1485900"/>
                </a:lnTo>
                <a:lnTo>
                  <a:pt x="688848" y="1447800"/>
                </a:lnTo>
                <a:lnTo>
                  <a:pt x="656844" y="1321308"/>
                </a:lnTo>
                <a:lnTo>
                  <a:pt x="652272" y="1295400"/>
                </a:lnTo>
                <a:lnTo>
                  <a:pt x="646176" y="1271016"/>
                </a:lnTo>
                <a:lnTo>
                  <a:pt x="641604" y="1257300"/>
                </a:lnTo>
                <a:lnTo>
                  <a:pt x="635508" y="1232916"/>
                </a:lnTo>
                <a:lnTo>
                  <a:pt x="630936" y="1219200"/>
                </a:lnTo>
                <a:lnTo>
                  <a:pt x="618744" y="1181100"/>
                </a:lnTo>
                <a:lnTo>
                  <a:pt x="594360" y="1092708"/>
                </a:lnTo>
                <a:lnTo>
                  <a:pt x="588264" y="1080516"/>
                </a:lnTo>
                <a:lnTo>
                  <a:pt x="576072" y="1028700"/>
                </a:lnTo>
                <a:lnTo>
                  <a:pt x="568452" y="1016508"/>
                </a:lnTo>
                <a:lnTo>
                  <a:pt x="562356" y="990600"/>
                </a:lnTo>
                <a:lnTo>
                  <a:pt x="554736" y="978408"/>
                </a:lnTo>
                <a:lnTo>
                  <a:pt x="548640" y="952500"/>
                </a:lnTo>
                <a:lnTo>
                  <a:pt x="533400" y="914400"/>
                </a:lnTo>
                <a:lnTo>
                  <a:pt x="525767" y="902208"/>
                </a:lnTo>
                <a:lnTo>
                  <a:pt x="519684" y="876300"/>
                </a:lnTo>
                <a:lnTo>
                  <a:pt x="512064" y="864108"/>
                </a:lnTo>
                <a:lnTo>
                  <a:pt x="502907" y="838200"/>
                </a:lnTo>
                <a:lnTo>
                  <a:pt x="498348" y="838200"/>
                </a:lnTo>
                <a:lnTo>
                  <a:pt x="472440" y="762000"/>
                </a:lnTo>
                <a:lnTo>
                  <a:pt x="463296" y="749808"/>
                </a:lnTo>
                <a:lnTo>
                  <a:pt x="455676" y="723900"/>
                </a:lnTo>
                <a:lnTo>
                  <a:pt x="437388" y="685800"/>
                </a:lnTo>
                <a:lnTo>
                  <a:pt x="429755" y="673608"/>
                </a:lnTo>
                <a:lnTo>
                  <a:pt x="385572" y="585216"/>
                </a:lnTo>
                <a:lnTo>
                  <a:pt x="356603" y="533400"/>
                </a:lnTo>
                <a:lnTo>
                  <a:pt x="345948" y="509016"/>
                </a:lnTo>
                <a:lnTo>
                  <a:pt x="336791" y="495300"/>
                </a:lnTo>
                <a:lnTo>
                  <a:pt x="326136" y="470916"/>
                </a:lnTo>
                <a:lnTo>
                  <a:pt x="316992" y="457200"/>
                </a:lnTo>
                <a:lnTo>
                  <a:pt x="306324" y="445008"/>
                </a:lnTo>
                <a:lnTo>
                  <a:pt x="297180" y="419100"/>
                </a:lnTo>
                <a:lnTo>
                  <a:pt x="265176" y="368808"/>
                </a:lnTo>
                <a:lnTo>
                  <a:pt x="243827" y="342900"/>
                </a:lnTo>
                <a:lnTo>
                  <a:pt x="211836" y="280416"/>
                </a:lnTo>
                <a:lnTo>
                  <a:pt x="199644" y="266700"/>
                </a:lnTo>
                <a:lnTo>
                  <a:pt x="178308" y="228600"/>
                </a:lnTo>
                <a:lnTo>
                  <a:pt x="166116" y="216408"/>
                </a:lnTo>
                <a:lnTo>
                  <a:pt x="155448" y="204216"/>
                </a:lnTo>
                <a:lnTo>
                  <a:pt x="137160" y="178308"/>
                </a:lnTo>
                <a:lnTo>
                  <a:pt x="131064" y="166116"/>
                </a:lnTo>
                <a:lnTo>
                  <a:pt x="120396" y="152400"/>
                </a:lnTo>
                <a:lnTo>
                  <a:pt x="108204" y="140208"/>
                </a:lnTo>
                <a:lnTo>
                  <a:pt x="83820" y="102108"/>
                </a:lnTo>
                <a:lnTo>
                  <a:pt x="71615" y="89916"/>
                </a:lnTo>
                <a:lnTo>
                  <a:pt x="47231" y="51816"/>
                </a:lnTo>
                <a:lnTo>
                  <a:pt x="22847" y="25908"/>
                </a:lnTo>
                <a:lnTo>
                  <a:pt x="9131" y="0"/>
                </a:lnTo>
                <a:lnTo>
                  <a:pt x="0" y="0"/>
                </a:lnTo>
                <a:lnTo>
                  <a:pt x="0" y="509016"/>
                </a:lnTo>
                <a:lnTo>
                  <a:pt x="9131" y="533400"/>
                </a:lnTo>
                <a:lnTo>
                  <a:pt x="7607" y="533400"/>
                </a:lnTo>
                <a:lnTo>
                  <a:pt x="18275" y="547116"/>
                </a:lnTo>
                <a:lnTo>
                  <a:pt x="27419" y="559308"/>
                </a:lnTo>
                <a:lnTo>
                  <a:pt x="45707" y="597408"/>
                </a:lnTo>
                <a:lnTo>
                  <a:pt x="45707" y="585216"/>
                </a:lnTo>
                <a:lnTo>
                  <a:pt x="64008" y="623316"/>
                </a:lnTo>
                <a:lnTo>
                  <a:pt x="91440" y="673608"/>
                </a:lnTo>
                <a:lnTo>
                  <a:pt x="89916" y="673608"/>
                </a:lnTo>
                <a:lnTo>
                  <a:pt x="117348" y="723900"/>
                </a:lnTo>
                <a:lnTo>
                  <a:pt x="115824" y="723900"/>
                </a:lnTo>
                <a:lnTo>
                  <a:pt x="134112" y="762000"/>
                </a:lnTo>
                <a:lnTo>
                  <a:pt x="132588" y="762000"/>
                </a:lnTo>
                <a:lnTo>
                  <a:pt x="141732" y="775716"/>
                </a:lnTo>
                <a:lnTo>
                  <a:pt x="141732" y="762000"/>
                </a:lnTo>
                <a:lnTo>
                  <a:pt x="149352" y="787908"/>
                </a:lnTo>
                <a:lnTo>
                  <a:pt x="158496" y="800100"/>
                </a:lnTo>
                <a:lnTo>
                  <a:pt x="156972" y="800100"/>
                </a:lnTo>
                <a:lnTo>
                  <a:pt x="166116" y="826008"/>
                </a:lnTo>
                <a:lnTo>
                  <a:pt x="173736" y="838200"/>
                </a:lnTo>
                <a:lnTo>
                  <a:pt x="211836" y="928116"/>
                </a:lnTo>
                <a:lnTo>
                  <a:pt x="210312" y="914400"/>
                </a:lnTo>
                <a:lnTo>
                  <a:pt x="233172" y="978408"/>
                </a:lnTo>
                <a:lnTo>
                  <a:pt x="231648" y="978408"/>
                </a:lnTo>
                <a:lnTo>
                  <a:pt x="246888" y="1004316"/>
                </a:lnTo>
                <a:lnTo>
                  <a:pt x="245364" y="1004316"/>
                </a:lnTo>
                <a:lnTo>
                  <a:pt x="252984" y="1028700"/>
                </a:lnTo>
                <a:lnTo>
                  <a:pt x="259080" y="1042416"/>
                </a:lnTo>
                <a:lnTo>
                  <a:pt x="266700" y="1066800"/>
                </a:lnTo>
                <a:lnTo>
                  <a:pt x="265176" y="1066800"/>
                </a:lnTo>
                <a:lnTo>
                  <a:pt x="272796" y="1080516"/>
                </a:lnTo>
                <a:lnTo>
                  <a:pt x="284988" y="1118616"/>
                </a:lnTo>
                <a:lnTo>
                  <a:pt x="297180" y="1143000"/>
                </a:lnTo>
                <a:lnTo>
                  <a:pt x="303276" y="1168908"/>
                </a:lnTo>
                <a:lnTo>
                  <a:pt x="301752" y="1168908"/>
                </a:lnTo>
                <a:lnTo>
                  <a:pt x="320040" y="1219200"/>
                </a:lnTo>
                <a:lnTo>
                  <a:pt x="324612" y="1245108"/>
                </a:lnTo>
                <a:lnTo>
                  <a:pt x="330708" y="1257300"/>
                </a:lnTo>
                <a:lnTo>
                  <a:pt x="335280" y="1283208"/>
                </a:lnTo>
                <a:lnTo>
                  <a:pt x="335280" y="1271016"/>
                </a:lnTo>
                <a:lnTo>
                  <a:pt x="341376" y="1295400"/>
                </a:lnTo>
                <a:lnTo>
                  <a:pt x="339852" y="1295400"/>
                </a:lnTo>
                <a:lnTo>
                  <a:pt x="345948" y="1309116"/>
                </a:lnTo>
                <a:lnTo>
                  <a:pt x="377952" y="1447800"/>
                </a:lnTo>
                <a:lnTo>
                  <a:pt x="390144" y="1499616"/>
                </a:lnTo>
                <a:lnTo>
                  <a:pt x="388620" y="1499616"/>
                </a:lnTo>
                <a:lnTo>
                  <a:pt x="393192" y="1524000"/>
                </a:lnTo>
                <a:lnTo>
                  <a:pt x="396240" y="1537716"/>
                </a:lnTo>
                <a:lnTo>
                  <a:pt x="400812" y="1562100"/>
                </a:lnTo>
                <a:lnTo>
                  <a:pt x="403860" y="1575816"/>
                </a:lnTo>
                <a:lnTo>
                  <a:pt x="403860" y="1562100"/>
                </a:lnTo>
                <a:lnTo>
                  <a:pt x="409956" y="1613916"/>
                </a:lnTo>
                <a:lnTo>
                  <a:pt x="409956" y="1600200"/>
                </a:lnTo>
                <a:lnTo>
                  <a:pt x="416052" y="1652016"/>
                </a:lnTo>
                <a:lnTo>
                  <a:pt x="416052" y="1638300"/>
                </a:lnTo>
                <a:lnTo>
                  <a:pt x="422148" y="1690116"/>
                </a:lnTo>
                <a:lnTo>
                  <a:pt x="422148" y="1676400"/>
                </a:lnTo>
                <a:lnTo>
                  <a:pt x="425183" y="1714500"/>
                </a:lnTo>
                <a:lnTo>
                  <a:pt x="426707" y="1728216"/>
                </a:lnTo>
                <a:lnTo>
                  <a:pt x="426707" y="1714500"/>
                </a:lnTo>
                <a:lnTo>
                  <a:pt x="429755" y="1752600"/>
                </a:lnTo>
                <a:lnTo>
                  <a:pt x="431279" y="1766316"/>
                </a:lnTo>
                <a:lnTo>
                  <a:pt x="431279" y="1752600"/>
                </a:lnTo>
                <a:lnTo>
                  <a:pt x="434340" y="1790700"/>
                </a:lnTo>
                <a:lnTo>
                  <a:pt x="438912" y="1842516"/>
                </a:lnTo>
                <a:lnTo>
                  <a:pt x="441960" y="1866900"/>
                </a:lnTo>
                <a:lnTo>
                  <a:pt x="440436" y="1866900"/>
                </a:lnTo>
                <a:lnTo>
                  <a:pt x="443484" y="1880616"/>
                </a:lnTo>
                <a:lnTo>
                  <a:pt x="441960" y="1880616"/>
                </a:lnTo>
                <a:lnTo>
                  <a:pt x="448056" y="1956816"/>
                </a:lnTo>
                <a:lnTo>
                  <a:pt x="448056" y="1981200"/>
                </a:lnTo>
                <a:lnTo>
                  <a:pt x="449580" y="1994916"/>
                </a:lnTo>
                <a:lnTo>
                  <a:pt x="449580" y="2019300"/>
                </a:lnTo>
                <a:lnTo>
                  <a:pt x="451104" y="2033016"/>
                </a:lnTo>
                <a:lnTo>
                  <a:pt x="451104" y="2197608"/>
                </a:lnTo>
                <a:lnTo>
                  <a:pt x="449580" y="2209800"/>
                </a:lnTo>
                <a:lnTo>
                  <a:pt x="449580" y="2235708"/>
                </a:lnTo>
                <a:lnTo>
                  <a:pt x="448056" y="2247900"/>
                </a:lnTo>
                <a:lnTo>
                  <a:pt x="448056" y="2273808"/>
                </a:lnTo>
                <a:lnTo>
                  <a:pt x="441960" y="2350008"/>
                </a:lnTo>
                <a:lnTo>
                  <a:pt x="443484" y="2350008"/>
                </a:lnTo>
                <a:lnTo>
                  <a:pt x="440436" y="2362200"/>
                </a:lnTo>
                <a:lnTo>
                  <a:pt x="441960" y="2362200"/>
                </a:lnTo>
                <a:lnTo>
                  <a:pt x="437388" y="2400300"/>
                </a:lnTo>
                <a:lnTo>
                  <a:pt x="435864" y="2438400"/>
                </a:lnTo>
                <a:lnTo>
                  <a:pt x="435851" y="2426208"/>
                </a:lnTo>
                <a:lnTo>
                  <a:pt x="434327" y="2438400"/>
                </a:lnTo>
                <a:lnTo>
                  <a:pt x="431292" y="2476347"/>
                </a:lnTo>
                <a:lnTo>
                  <a:pt x="431292" y="2464308"/>
                </a:lnTo>
                <a:lnTo>
                  <a:pt x="429768" y="2476500"/>
                </a:lnTo>
                <a:lnTo>
                  <a:pt x="426720" y="2514600"/>
                </a:lnTo>
                <a:lnTo>
                  <a:pt x="426707" y="2502408"/>
                </a:lnTo>
                <a:lnTo>
                  <a:pt x="425183" y="2528316"/>
                </a:lnTo>
                <a:lnTo>
                  <a:pt x="425183" y="2514600"/>
                </a:lnTo>
                <a:lnTo>
                  <a:pt x="419100" y="2566416"/>
                </a:lnTo>
                <a:lnTo>
                  <a:pt x="419100" y="2552700"/>
                </a:lnTo>
                <a:lnTo>
                  <a:pt x="413004" y="2604516"/>
                </a:lnTo>
                <a:lnTo>
                  <a:pt x="413004" y="2590800"/>
                </a:lnTo>
                <a:lnTo>
                  <a:pt x="409956" y="2628900"/>
                </a:lnTo>
                <a:lnTo>
                  <a:pt x="409956" y="2616708"/>
                </a:lnTo>
                <a:lnTo>
                  <a:pt x="403860" y="2667000"/>
                </a:lnTo>
                <a:lnTo>
                  <a:pt x="403860" y="2654808"/>
                </a:lnTo>
                <a:lnTo>
                  <a:pt x="396227" y="2705100"/>
                </a:lnTo>
                <a:lnTo>
                  <a:pt x="396227" y="2692908"/>
                </a:lnTo>
                <a:lnTo>
                  <a:pt x="393192" y="2705100"/>
                </a:lnTo>
                <a:lnTo>
                  <a:pt x="388620" y="2731008"/>
                </a:lnTo>
                <a:lnTo>
                  <a:pt x="390144" y="2731008"/>
                </a:lnTo>
                <a:lnTo>
                  <a:pt x="377952" y="2781300"/>
                </a:lnTo>
                <a:lnTo>
                  <a:pt x="345948" y="2921508"/>
                </a:lnTo>
                <a:lnTo>
                  <a:pt x="339852" y="2933700"/>
                </a:lnTo>
                <a:lnTo>
                  <a:pt x="341376" y="2933700"/>
                </a:lnTo>
                <a:lnTo>
                  <a:pt x="335280" y="2959608"/>
                </a:lnTo>
                <a:lnTo>
                  <a:pt x="330695" y="2971800"/>
                </a:lnTo>
                <a:lnTo>
                  <a:pt x="324599" y="2985516"/>
                </a:lnTo>
                <a:lnTo>
                  <a:pt x="320027" y="3009900"/>
                </a:lnTo>
                <a:lnTo>
                  <a:pt x="301739" y="3061716"/>
                </a:lnTo>
                <a:lnTo>
                  <a:pt x="303263" y="3061716"/>
                </a:lnTo>
                <a:lnTo>
                  <a:pt x="291084" y="3099816"/>
                </a:lnTo>
                <a:lnTo>
                  <a:pt x="278892" y="3124200"/>
                </a:lnTo>
                <a:lnTo>
                  <a:pt x="272796" y="3150108"/>
                </a:lnTo>
                <a:lnTo>
                  <a:pt x="265163" y="3162300"/>
                </a:lnTo>
                <a:lnTo>
                  <a:pt x="266700" y="3162300"/>
                </a:lnTo>
                <a:lnTo>
                  <a:pt x="259080" y="3188208"/>
                </a:lnTo>
                <a:lnTo>
                  <a:pt x="252984" y="3200400"/>
                </a:lnTo>
                <a:lnTo>
                  <a:pt x="245351" y="3226308"/>
                </a:lnTo>
                <a:lnTo>
                  <a:pt x="246875" y="3226308"/>
                </a:lnTo>
                <a:lnTo>
                  <a:pt x="231648" y="3252216"/>
                </a:lnTo>
                <a:lnTo>
                  <a:pt x="233172" y="3252216"/>
                </a:lnTo>
                <a:lnTo>
                  <a:pt x="210312" y="3314700"/>
                </a:lnTo>
                <a:lnTo>
                  <a:pt x="204216" y="3314700"/>
                </a:lnTo>
                <a:lnTo>
                  <a:pt x="173736" y="3390900"/>
                </a:lnTo>
                <a:lnTo>
                  <a:pt x="166116" y="3404616"/>
                </a:lnTo>
                <a:lnTo>
                  <a:pt x="156972" y="3429000"/>
                </a:lnTo>
                <a:lnTo>
                  <a:pt x="158496" y="3429000"/>
                </a:lnTo>
                <a:lnTo>
                  <a:pt x="149352" y="3442716"/>
                </a:lnTo>
                <a:lnTo>
                  <a:pt x="141732" y="3467100"/>
                </a:lnTo>
                <a:lnTo>
                  <a:pt x="134112" y="3467100"/>
                </a:lnTo>
                <a:lnTo>
                  <a:pt x="115824" y="3505200"/>
                </a:lnTo>
                <a:lnTo>
                  <a:pt x="117348" y="3505200"/>
                </a:lnTo>
                <a:lnTo>
                  <a:pt x="108204" y="3531108"/>
                </a:lnTo>
                <a:lnTo>
                  <a:pt x="89916" y="3557016"/>
                </a:lnTo>
                <a:lnTo>
                  <a:pt x="91440" y="3557016"/>
                </a:lnTo>
                <a:lnTo>
                  <a:pt x="82296" y="3581400"/>
                </a:lnTo>
                <a:lnTo>
                  <a:pt x="54864" y="3619500"/>
                </a:lnTo>
                <a:lnTo>
                  <a:pt x="18288" y="3695700"/>
                </a:lnTo>
                <a:lnTo>
                  <a:pt x="9144" y="3695700"/>
                </a:lnTo>
                <a:lnTo>
                  <a:pt x="0" y="3721608"/>
                </a:lnTo>
                <a:lnTo>
                  <a:pt x="0" y="4229100"/>
                </a:lnTo>
                <a:lnTo>
                  <a:pt x="9144" y="4229100"/>
                </a:lnTo>
                <a:lnTo>
                  <a:pt x="22860" y="4204716"/>
                </a:lnTo>
                <a:lnTo>
                  <a:pt x="35052" y="4191000"/>
                </a:lnTo>
                <a:lnTo>
                  <a:pt x="59436" y="4152900"/>
                </a:lnTo>
                <a:lnTo>
                  <a:pt x="71628" y="4152900"/>
                </a:lnTo>
                <a:lnTo>
                  <a:pt x="120396" y="4076700"/>
                </a:lnTo>
                <a:lnTo>
                  <a:pt x="131064" y="4064508"/>
                </a:lnTo>
                <a:lnTo>
                  <a:pt x="143256" y="4038600"/>
                </a:lnTo>
                <a:lnTo>
                  <a:pt x="155448" y="4038600"/>
                </a:lnTo>
                <a:lnTo>
                  <a:pt x="166116" y="4014216"/>
                </a:lnTo>
                <a:lnTo>
                  <a:pt x="178308" y="4000500"/>
                </a:lnTo>
                <a:lnTo>
                  <a:pt x="199644" y="3962400"/>
                </a:lnTo>
                <a:lnTo>
                  <a:pt x="211836" y="3950208"/>
                </a:lnTo>
                <a:lnTo>
                  <a:pt x="254508" y="3874008"/>
                </a:lnTo>
                <a:lnTo>
                  <a:pt x="275844" y="3848100"/>
                </a:lnTo>
                <a:lnTo>
                  <a:pt x="297180" y="3810000"/>
                </a:lnTo>
                <a:lnTo>
                  <a:pt x="306324" y="3785616"/>
                </a:lnTo>
                <a:lnTo>
                  <a:pt x="316992" y="3771900"/>
                </a:lnTo>
                <a:lnTo>
                  <a:pt x="326123" y="3759708"/>
                </a:lnTo>
                <a:lnTo>
                  <a:pt x="336804" y="3733800"/>
                </a:lnTo>
                <a:lnTo>
                  <a:pt x="345948" y="3721608"/>
                </a:lnTo>
                <a:lnTo>
                  <a:pt x="356603" y="3695700"/>
                </a:lnTo>
                <a:lnTo>
                  <a:pt x="393192" y="3619500"/>
                </a:lnTo>
                <a:lnTo>
                  <a:pt x="420624" y="3581400"/>
                </a:lnTo>
                <a:lnTo>
                  <a:pt x="429768" y="3557016"/>
                </a:lnTo>
                <a:lnTo>
                  <a:pt x="437375" y="3543300"/>
                </a:lnTo>
                <a:lnTo>
                  <a:pt x="455676" y="3505200"/>
                </a:lnTo>
                <a:lnTo>
                  <a:pt x="463296" y="3480816"/>
                </a:lnTo>
                <a:lnTo>
                  <a:pt x="472427" y="3467100"/>
                </a:lnTo>
                <a:lnTo>
                  <a:pt x="502920" y="3390900"/>
                </a:lnTo>
                <a:lnTo>
                  <a:pt x="512051" y="3366516"/>
                </a:lnTo>
                <a:lnTo>
                  <a:pt x="519671" y="3352800"/>
                </a:lnTo>
                <a:lnTo>
                  <a:pt x="525780" y="3328416"/>
                </a:lnTo>
                <a:lnTo>
                  <a:pt x="548627" y="3276600"/>
                </a:lnTo>
                <a:lnTo>
                  <a:pt x="554723" y="3252216"/>
                </a:lnTo>
                <a:lnTo>
                  <a:pt x="557771" y="3238500"/>
                </a:lnTo>
                <a:lnTo>
                  <a:pt x="562356" y="3238500"/>
                </a:lnTo>
                <a:lnTo>
                  <a:pt x="568452" y="3214116"/>
                </a:lnTo>
                <a:lnTo>
                  <a:pt x="576072" y="3200400"/>
                </a:lnTo>
                <a:lnTo>
                  <a:pt x="582168" y="3176016"/>
                </a:lnTo>
                <a:lnTo>
                  <a:pt x="630923" y="3009900"/>
                </a:lnTo>
                <a:lnTo>
                  <a:pt x="635508" y="2997708"/>
                </a:lnTo>
                <a:lnTo>
                  <a:pt x="641604" y="2971800"/>
                </a:lnTo>
                <a:lnTo>
                  <a:pt x="646163" y="2959608"/>
                </a:lnTo>
                <a:lnTo>
                  <a:pt x="652259" y="2933700"/>
                </a:lnTo>
                <a:lnTo>
                  <a:pt x="656844" y="2921508"/>
                </a:lnTo>
                <a:lnTo>
                  <a:pt x="661416" y="2895600"/>
                </a:lnTo>
                <a:lnTo>
                  <a:pt x="688848" y="2781300"/>
                </a:lnTo>
                <a:lnTo>
                  <a:pt x="691896" y="2743200"/>
                </a:lnTo>
                <a:lnTo>
                  <a:pt x="696468" y="2731008"/>
                </a:lnTo>
                <a:lnTo>
                  <a:pt x="699516" y="2705100"/>
                </a:lnTo>
                <a:lnTo>
                  <a:pt x="701027" y="2705100"/>
                </a:lnTo>
                <a:lnTo>
                  <a:pt x="704075" y="2692908"/>
                </a:lnTo>
                <a:lnTo>
                  <a:pt x="707123" y="2667000"/>
                </a:lnTo>
                <a:lnTo>
                  <a:pt x="710171" y="2642616"/>
                </a:lnTo>
                <a:lnTo>
                  <a:pt x="713219" y="2628900"/>
                </a:lnTo>
                <a:lnTo>
                  <a:pt x="716267" y="2604516"/>
                </a:lnTo>
                <a:lnTo>
                  <a:pt x="722363" y="2566416"/>
                </a:lnTo>
                <a:lnTo>
                  <a:pt x="725424" y="2552700"/>
                </a:lnTo>
                <a:lnTo>
                  <a:pt x="726935" y="2528316"/>
                </a:lnTo>
                <a:lnTo>
                  <a:pt x="728472" y="2514600"/>
                </a:lnTo>
                <a:lnTo>
                  <a:pt x="733044" y="2476500"/>
                </a:lnTo>
                <a:lnTo>
                  <a:pt x="737603" y="2438400"/>
                </a:lnTo>
                <a:lnTo>
                  <a:pt x="748284" y="2286000"/>
                </a:lnTo>
                <a:lnTo>
                  <a:pt x="748284" y="2261616"/>
                </a:lnTo>
                <a:lnTo>
                  <a:pt x="751332" y="2223516"/>
                </a:lnTo>
                <a:lnTo>
                  <a:pt x="751332" y="2159508"/>
                </a:lnTo>
                <a:lnTo>
                  <a:pt x="752856" y="2133600"/>
                </a:lnTo>
                <a:lnTo>
                  <a:pt x="752856" y="209550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0383" y="921684"/>
            <a:ext cx="28594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4344" y="1331322"/>
            <a:ext cx="7052309" cy="494157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09550" marR="63500" indent="-197485">
              <a:lnSpc>
                <a:spcPts val="1540"/>
              </a:lnSpc>
              <a:spcBef>
                <a:spcPts val="27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b="1" spc="-10" dirty="0">
                <a:latin typeface="Times New Roman"/>
                <a:cs typeface="Times New Roman"/>
              </a:rPr>
              <a:t>Real-</a:t>
            </a:r>
            <a:r>
              <a:rPr sz="1400" b="1" dirty="0">
                <a:latin typeface="Times New Roman"/>
                <a:cs typeface="Times New Roman"/>
              </a:rPr>
              <a:t>time</a:t>
            </a:r>
            <a:r>
              <a:rPr sz="1400" b="1" spc="6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event</a:t>
            </a:r>
            <a:r>
              <a:rPr sz="1400" b="1" spc="5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synchronization</a:t>
            </a:r>
            <a:r>
              <a:rPr sz="1400" b="1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instantly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updating</a:t>
            </a:r>
            <a:r>
              <a:rPr sz="1400" spc="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multiple</a:t>
            </a:r>
            <a:r>
              <a:rPr sz="1400" spc="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7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when 	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occurs.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ts val="1660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that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applications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devices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consistent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date.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15"/>
              </a:spcBef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click,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transaction,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message,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sensor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update.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When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happens,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immediately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detected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transmitted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other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process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their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without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noticeable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delay.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commonly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event-</a:t>
            </a:r>
            <a:r>
              <a:rPr sz="1400" dirty="0">
                <a:latin typeface="Times New Roman"/>
                <a:cs typeface="Times New Roman"/>
              </a:rPr>
              <a:t>driven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architecture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message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brokers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like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Apache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Kafka.</a:t>
            </a:r>
            <a:endParaRPr sz="1400">
              <a:latin typeface="Times New Roman"/>
              <a:cs typeface="Times New Roman"/>
            </a:endParaRPr>
          </a:p>
          <a:p>
            <a:pPr marL="209550" marR="36830" indent="-197485" algn="just">
              <a:lnSpc>
                <a:spcPct val="97900"/>
              </a:lnSpc>
              <a:spcBef>
                <a:spcPts val="95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This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approach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responsiveness,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coordination,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1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spc="-50" dirty="0">
                <a:latin typeface="Times New Roman"/>
                <a:cs typeface="Times New Roman"/>
              </a:rPr>
              <a:t>&amp; 	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web-</a:t>
            </a:r>
            <a:r>
              <a:rPr sz="1400" dirty="0">
                <a:latin typeface="Times New Roman"/>
                <a:cs typeface="Times New Roman"/>
              </a:rPr>
              <a:t>based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designed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manage</a:t>
            </a:r>
            <a:r>
              <a:rPr sz="1400" spc="10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organize</a:t>
            </a:r>
            <a:r>
              <a:rPr sz="1400" spc="1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events 	efficiently.</a:t>
            </a:r>
            <a:endParaRPr sz="1400">
              <a:latin typeface="Times New Roman"/>
              <a:cs typeface="Times New Roman"/>
            </a:endParaRPr>
          </a:p>
          <a:p>
            <a:pPr marL="209550" marR="5080" indent="-197485" algn="just">
              <a:lnSpc>
                <a:spcPct val="100000"/>
              </a:lnSpc>
              <a:spcBef>
                <a:spcPts val="85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2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centralized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creating,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publishing,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managing</a:t>
            </a:r>
            <a:r>
              <a:rPr sz="1400" spc="2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22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non- 	</a:t>
            </a:r>
            <a:r>
              <a:rPr sz="1400" dirty="0">
                <a:latin typeface="Times New Roman"/>
                <a:cs typeface="Times New Roman"/>
              </a:rPr>
              <a:t>academic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such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as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seminars,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workshops,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symposiums,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conferences,</a:t>
            </a:r>
            <a:r>
              <a:rPr sz="1400" spc="9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technical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fests,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and 	</a:t>
            </a:r>
            <a:r>
              <a:rPr sz="1400" dirty="0">
                <a:latin typeface="Times New Roman"/>
                <a:cs typeface="Times New Roman"/>
              </a:rPr>
              <a:t>cultural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programs.</a:t>
            </a:r>
            <a:endParaRPr sz="1400">
              <a:latin typeface="Times New Roman"/>
              <a:cs typeface="Times New Roman"/>
            </a:endParaRPr>
          </a:p>
          <a:p>
            <a:pPr marL="209550" marR="6350" indent="-197485" algn="just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allows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students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browse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available</a:t>
            </a:r>
            <a:r>
              <a:rPr sz="1400" spc="1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</a:t>
            </a:r>
            <a:r>
              <a:rPr sz="1400" spc="1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1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register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</a:t>
            </a:r>
            <a:r>
              <a:rPr sz="1400" spc="1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easily.It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eliminates 	</a:t>
            </a:r>
            <a:r>
              <a:rPr sz="1400" dirty="0">
                <a:latin typeface="Times New Roman"/>
                <a:cs typeface="Times New Roman"/>
              </a:rPr>
              <a:t>manual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paperwork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reduces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administrative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workload.</a:t>
            </a:r>
            <a:endParaRPr sz="1400">
              <a:latin typeface="Times New Roman"/>
              <a:cs typeface="Times New Roman"/>
            </a:endParaRPr>
          </a:p>
          <a:p>
            <a:pPr marL="210185" indent="-197485" algn="just">
              <a:lnSpc>
                <a:spcPts val="1645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ensures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authentication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students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administrators.</a:t>
            </a:r>
            <a:endParaRPr sz="1400">
              <a:latin typeface="Times New Roman"/>
              <a:cs typeface="Times New Roman"/>
            </a:endParaRPr>
          </a:p>
          <a:p>
            <a:pPr marL="209550" marR="34290" indent="-197485">
              <a:lnSpc>
                <a:spcPct val="100000"/>
              </a:lnSpc>
              <a:spcBef>
                <a:spcPts val="5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about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schedules,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registration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status,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announcements.The 	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maintains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participation.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ts val="1625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organizers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students.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ts val="1675"/>
              </a:lnSpc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portal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designed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user-friendly,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responsive,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accessible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any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device.</a:t>
            </a:r>
            <a:endParaRPr sz="1400">
              <a:latin typeface="Times New Roman"/>
              <a:cs typeface="Times New Roman"/>
            </a:endParaRPr>
          </a:p>
          <a:p>
            <a:pPr marL="209550" marR="201930" indent="-197485">
              <a:lnSpc>
                <a:spcPct val="100000"/>
              </a:lnSpc>
              <a:spcBef>
                <a:spcPts val="70"/>
              </a:spcBef>
              <a:buFont typeface="SimSun-ExtB"/>
              <a:buChar char="➢"/>
              <a:tabLst>
                <a:tab pos="212090" algn="l"/>
              </a:tabLst>
            </a:pPr>
            <a:r>
              <a:rPr sz="1400" spc="10" dirty="0">
                <a:latin typeface="Times New Roman"/>
                <a:cs typeface="Times New Roman"/>
              </a:rPr>
              <a:t>Overall,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it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enhances</a:t>
            </a:r>
            <a:r>
              <a:rPr sz="1400" spc="31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efficiency,</a:t>
            </a:r>
            <a:r>
              <a:rPr sz="1400" spc="29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transparency,</a:t>
            </a:r>
            <a:r>
              <a:rPr sz="1400" spc="29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and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spc="50" dirty="0">
                <a:latin typeface="Times New Roman"/>
                <a:cs typeface="Times New Roman"/>
              </a:rPr>
              <a:t>participation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in</a:t>
            </a:r>
            <a:r>
              <a:rPr sz="1400" spc="100" dirty="0">
                <a:latin typeface="Times New Roman"/>
                <a:cs typeface="Times New Roman"/>
              </a:rPr>
              <a:t> </a:t>
            </a:r>
            <a:r>
              <a:rPr sz="1400" spc="10" dirty="0">
                <a:latin typeface="Times New Roman"/>
                <a:cs typeface="Times New Roman"/>
              </a:rPr>
              <a:t>campus</a:t>
            </a:r>
            <a:r>
              <a:rPr sz="1400" spc="315" dirty="0">
                <a:latin typeface="Times New Roman"/>
                <a:cs typeface="Times New Roman"/>
              </a:rPr>
              <a:t> </a:t>
            </a:r>
            <a:r>
              <a:rPr sz="1400" spc="40" dirty="0">
                <a:latin typeface="Times New Roman"/>
                <a:cs typeface="Times New Roman"/>
              </a:rPr>
              <a:t>events.user 	</a:t>
            </a:r>
            <a:r>
              <a:rPr sz="1400" spc="-10" dirty="0">
                <a:latin typeface="Times New Roman"/>
                <a:cs typeface="Times New Roman"/>
              </a:rPr>
              <a:t>experience.</a:t>
            </a:r>
            <a:endParaRPr sz="1400">
              <a:latin typeface="Times New Roman"/>
              <a:cs typeface="Times New Roman"/>
            </a:endParaRPr>
          </a:p>
          <a:p>
            <a:pPr marL="210185" indent="-197485">
              <a:lnSpc>
                <a:spcPct val="100000"/>
              </a:lnSpc>
              <a:spcBef>
                <a:spcPts val="65"/>
              </a:spcBef>
              <a:buFont typeface="SimSun-ExtB"/>
              <a:buChar char="➢"/>
              <a:tabLst>
                <a:tab pos="210185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widely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chat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apps,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gaming,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stock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trading,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IoT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systems.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11480" y="1912620"/>
            <a:ext cx="581025" cy="579120"/>
          </a:xfrm>
          <a:custGeom>
            <a:avLst/>
            <a:gdLst/>
            <a:ahLst/>
            <a:cxnLst/>
            <a:rect l="l" t="t" r="r" b="b"/>
            <a:pathLst>
              <a:path w="581025" h="579119">
                <a:moveTo>
                  <a:pt x="291083" y="579119"/>
                </a:moveTo>
                <a:lnTo>
                  <a:pt x="243839" y="574547"/>
                </a:lnTo>
                <a:lnTo>
                  <a:pt x="199643" y="563879"/>
                </a:lnTo>
                <a:lnTo>
                  <a:pt x="156971" y="545591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8" y="460247"/>
                </a:lnTo>
                <a:lnTo>
                  <a:pt x="33527" y="422147"/>
                </a:lnTo>
                <a:lnTo>
                  <a:pt x="15240" y="380999"/>
                </a:lnTo>
                <a:lnTo>
                  <a:pt x="4571" y="335279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7" y="155447"/>
                </a:lnTo>
                <a:lnTo>
                  <a:pt x="56388" y="117347"/>
                </a:lnTo>
                <a:lnTo>
                  <a:pt x="85343" y="83819"/>
                </a:lnTo>
                <a:lnTo>
                  <a:pt x="118871" y="54863"/>
                </a:lnTo>
                <a:lnTo>
                  <a:pt x="156971" y="32003"/>
                </a:lnTo>
                <a:lnTo>
                  <a:pt x="199643" y="13715"/>
                </a:lnTo>
                <a:lnTo>
                  <a:pt x="243839" y="3047"/>
                </a:lnTo>
                <a:lnTo>
                  <a:pt x="291083" y="0"/>
                </a:lnTo>
                <a:lnTo>
                  <a:pt x="338327" y="3047"/>
                </a:lnTo>
                <a:lnTo>
                  <a:pt x="384047" y="13715"/>
                </a:lnTo>
                <a:lnTo>
                  <a:pt x="425195" y="32003"/>
                </a:lnTo>
                <a:lnTo>
                  <a:pt x="463295" y="54863"/>
                </a:lnTo>
                <a:lnTo>
                  <a:pt x="496823" y="83819"/>
                </a:lnTo>
                <a:lnTo>
                  <a:pt x="525779" y="117347"/>
                </a:lnTo>
                <a:lnTo>
                  <a:pt x="548640" y="155447"/>
                </a:lnTo>
                <a:lnTo>
                  <a:pt x="566927" y="198119"/>
                </a:lnTo>
                <a:lnTo>
                  <a:pt x="577595" y="242315"/>
                </a:lnTo>
                <a:lnTo>
                  <a:pt x="580643" y="289559"/>
                </a:lnTo>
                <a:lnTo>
                  <a:pt x="577595" y="335279"/>
                </a:lnTo>
                <a:lnTo>
                  <a:pt x="566927" y="380999"/>
                </a:lnTo>
                <a:lnTo>
                  <a:pt x="548640" y="422147"/>
                </a:lnTo>
                <a:lnTo>
                  <a:pt x="525779" y="460247"/>
                </a:lnTo>
                <a:lnTo>
                  <a:pt x="496823" y="493775"/>
                </a:lnTo>
                <a:lnTo>
                  <a:pt x="463295" y="522731"/>
                </a:lnTo>
                <a:lnTo>
                  <a:pt x="425195" y="545591"/>
                </a:lnTo>
                <a:lnTo>
                  <a:pt x="384047" y="563879"/>
                </a:lnTo>
                <a:lnTo>
                  <a:pt x="338327" y="574547"/>
                </a:lnTo>
                <a:lnTo>
                  <a:pt x="291083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1739" y="2053563"/>
            <a:ext cx="10350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185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3212" y="336804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0241" y="3434724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3212" y="258622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3258" y="265141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3212" y="37597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3258" y="382487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3212" y="29778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3258" y="3041558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3212" y="454304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3258" y="4608223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212" y="4149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0241" y="4216568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3212" y="49331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1760" y="4998373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3212" y="532485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6595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0241" y="5388524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702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7856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9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87664" y="2619032"/>
            <a:ext cx="9058275" cy="330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imes New Roman"/>
                <a:cs typeface="Times New Roman"/>
              </a:rPr>
              <a:t>Problem defination_-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Academic</a:t>
            </a:r>
            <a:r>
              <a:rPr sz="185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Campus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Event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&amp;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Registration</a:t>
            </a:r>
            <a:r>
              <a:rPr sz="1600" b="1" spc="1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Portal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2200"/>
              </a:lnSpc>
              <a:spcBef>
                <a:spcPts val="15"/>
              </a:spcBef>
            </a:pP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many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colleges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universities,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campus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managed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manually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paper-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registrations, </a:t>
            </a:r>
            <a:r>
              <a:rPr sz="1600" dirty="0">
                <a:latin typeface="Times New Roman"/>
                <a:cs typeface="Times New Roman"/>
              </a:rPr>
              <a:t>spreadsheets,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notice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boards,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informal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communication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channels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such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emails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messaging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groups.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fragmented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approach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often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leads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miscommunication,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loss,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duplication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entries,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lack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of </a:t>
            </a:r>
            <a:r>
              <a:rPr sz="1600" dirty="0">
                <a:latin typeface="Times New Roman"/>
                <a:cs typeface="Times New Roman"/>
              </a:rPr>
              <a:t>proper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coordination</a:t>
            </a:r>
            <a:r>
              <a:rPr sz="1600" spc="4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between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organizers.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Students</a:t>
            </a:r>
            <a:r>
              <a:rPr sz="1600" spc="45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may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miss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important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announcements</a:t>
            </a:r>
            <a:r>
              <a:rPr sz="1600" spc="45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or </a:t>
            </a:r>
            <a:r>
              <a:rPr sz="1600" dirty="0">
                <a:latin typeface="Times New Roman"/>
                <a:cs typeface="Times New Roman"/>
              </a:rPr>
              <a:t>deadlines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absence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centralized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information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organizers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face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challenges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tracking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registrations,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participant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limits,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verifying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eligibility,</a:t>
            </a:r>
            <a:endParaRPr sz="16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22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3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generating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reports.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Maintaining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historical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records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4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participant</a:t>
            </a:r>
            <a:r>
              <a:rPr sz="1600" spc="40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becomes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difficult </a:t>
            </a:r>
            <a:r>
              <a:rPr sz="1600" spc="45" dirty="0">
                <a:latin typeface="Times New Roman"/>
                <a:cs typeface="Times New Roman"/>
              </a:rPr>
              <a:t>without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structured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digital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database.</a:t>
            </a:r>
            <a:r>
              <a:rPr sz="1600" spc="480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Additionally,</a:t>
            </a:r>
            <a:r>
              <a:rPr sz="1600" spc="4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manual</a:t>
            </a:r>
            <a:r>
              <a:rPr sz="1600" spc="47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systems</a:t>
            </a:r>
            <a:r>
              <a:rPr sz="1600" spc="46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consume</a:t>
            </a:r>
            <a:r>
              <a:rPr sz="1600" spc="45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more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time,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increase </a:t>
            </a:r>
            <a:r>
              <a:rPr sz="1600" spc="-10" dirty="0">
                <a:latin typeface="Times New Roman"/>
                <a:cs typeface="Times New Roman"/>
              </a:rPr>
              <a:t>administrative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workload,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prone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human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errors.</a:t>
            </a:r>
            <a:endParaRPr sz="16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970"/>
              </a:lnSpc>
              <a:spcBef>
                <a:spcPts val="60"/>
              </a:spcBef>
            </a:pPr>
            <a:r>
              <a:rPr sz="1600" dirty="0">
                <a:latin typeface="Times New Roman"/>
                <a:cs typeface="Times New Roman"/>
              </a:rPr>
              <a:t>Therefore,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there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need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integrated,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secure,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user-</a:t>
            </a:r>
            <a:r>
              <a:rPr sz="1600" dirty="0">
                <a:latin typeface="Times New Roman"/>
                <a:cs typeface="Times New Roman"/>
              </a:rPr>
              <a:t>friendly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platform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streamline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484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management,  </a:t>
            </a:r>
            <a:r>
              <a:rPr sz="1600" dirty="0">
                <a:latin typeface="Times New Roman"/>
                <a:cs typeface="Times New Roman"/>
              </a:rPr>
              <a:t>improve</a:t>
            </a:r>
            <a:r>
              <a:rPr sz="1600" spc="475" dirty="0">
                <a:latin typeface="Times New Roman"/>
                <a:cs typeface="Times New Roman"/>
              </a:rPr>
              <a:t> </a:t>
            </a:r>
            <a:r>
              <a:rPr sz="1600" spc="50" dirty="0">
                <a:latin typeface="Times New Roman"/>
                <a:cs typeface="Times New Roman"/>
              </a:rPr>
              <a:t>communication,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ensure</a:t>
            </a:r>
            <a:r>
              <a:rPr sz="1600" spc="55" dirty="0">
                <a:latin typeface="Times New Roman"/>
                <a:cs typeface="Times New Roman"/>
              </a:rPr>
              <a:t>  </a:t>
            </a:r>
            <a:r>
              <a:rPr sz="1600" spc="45" dirty="0">
                <a:latin typeface="Times New Roman"/>
                <a:cs typeface="Times New Roman"/>
              </a:rPr>
              <a:t>accurate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spc="55" dirty="0">
                <a:latin typeface="Times New Roman"/>
                <a:cs typeface="Times New Roman"/>
              </a:rPr>
              <a:t>record-</a:t>
            </a:r>
            <a:r>
              <a:rPr sz="1600" spc="45" dirty="0">
                <a:latin typeface="Times New Roman"/>
                <a:cs typeface="Times New Roman"/>
              </a:rPr>
              <a:t>keeping,</a:t>
            </a:r>
            <a:r>
              <a:rPr sz="1600" spc="50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enhance</a:t>
            </a:r>
            <a:r>
              <a:rPr sz="1600" spc="4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overall </a:t>
            </a:r>
            <a:r>
              <a:rPr sz="1600" dirty="0">
                <a:latin typeface="Times New Roman"/>
                <a:cs typeface="Times New Roman"/>
              </a:rPr>
              <a:t>efficiency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organizing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academic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campus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events.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16052" y="2318004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8639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4"/>
                </a:lnTo>
                <a:lnTo>
                  <a:pt x="3047" y="338327"/>
                </a:lnTo>
                <a:lnTo>
                  <a:pt x="0" y="291083"/>
                </a:lnTo>
                <a:lnTo>
                  <a:pt x="3047" y="243839"/>
                </a:lnTo>
                <a:lnTo>
                  <a:pt x="13716" y="199643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4"/>
                </a:lnTo>
                <a:lnTo>
                  <a:pt x="196595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5280" y="3047"/>
                </a:lnTo>
                <a:lnTo>
                  <a:pt x="380999" y="15239"/>
                </a:lnTo>
                <a:lnTo>
                  <a:pt x="422147" y="32004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9643"/>
                </a:lnTo>
                <a:lnTo>
                  <a:pt x="574547" y="243839"/>
                </a:lnTo>
                <a:lnTo>
                  <a:pt x="579119" y="291083"/>
                </a:lnTo>
                <a:lnTo>
                  <a:pt x="574547" y="338327"/>
                </a:lnTo>
                <a:lnTo>
                  <a:pt x="563879" y="382524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8639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5044" y="2458991"/>
            <a:ext cx="14224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60" y="33588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1779" y="342256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60" y="374904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6308" y="3812728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" y="29702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6308" y="3033907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60" y="452170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6308" y="4586897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260" y="4137659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1779" y="4201297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6260" y="4911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53311" y="4978590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56260" y="52989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1779" y="5365694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6702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" y="4137659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" y="452628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0" y="4914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60" y="53065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919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OBJECTIVE(S)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97421" y="2480590"/>
            <a:ext cx="7823834" cy="1282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95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 develop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centralized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platform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 managing campus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efficiently.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60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 simplify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automate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event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registration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process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10" dirty="0">
                <a:latin typeface="Times New Roman"/>
                <a:cs typeface="Times New Roman"/>
              </a:rPr>
              <a:t> students.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35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reduce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paperwork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administrative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workload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digital record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management.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50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updates and improve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communication between organizers and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students.</a:t>
            </a:r>
            <a:endParaRPr sz="1600">
              <a:latin typeface="Times New Roman"/>
              <a:cs typeface="Times New Roman"/>
            </a:endParaRPr>
          </a:p>
          <a:p>
            <a:pPr marL="278765" indent="-266065">
              <a:lnSpc>
                <a:spcPct val="100000"/>
              </a:lnSpc>
              <a:spcBef>
                <a:spcPts val="155"/>
              </a:spcBef>
              <a:buFont typeface="SimSun-ExtB"/>
              <a:buChar char="➢"/>
              <a:tabLst>
                <a:tab pos="278765" algn="l"/>
              </a:tabLst>
            </a:pP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ensure secure,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transparent,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accurate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tracking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event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participation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6052" y="2709672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4"/>
                </a:lnTo>
                <a:lnTo>
                  <a:pt x="3047" y="336803"/>
                </a:lnTo>
                <a:lnTo>
                  <a:pt x="0" y="291083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4"/>
                </a:lnTo>
                <a:lnTo>
                  <a:pt x="196595" y="13715"/>
                </a:lnTo>
                <a:lnTo>
                  <a:pt x="242315" y="3047"/>
                </a:lnTo>
                <a:lnTo>
                  <a:pt x="289559" y="0"/>
                </a:lnTo>
                <a:lnTo>
                  <a:pt x="335280" y="3047"/>
                </a:lnTo>
                <a:lnTo>
                  <a:pt x="380999" y="13715"/>
                </a:lnTo>
                <a:lnTo>
                  <a:pt x="422147" y="32004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91083"/>
                </a:lnTo>
                <a:lnTo>
                  <a:pt x="574547" y="336803"/>
                </a:lnTo>
                <a:lnTo>
                  <a:pt x="563879" y="382524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932" y="2852213"/>
            <a:ext cx="14668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0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260" y="33588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1779" y="342256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6260" y="231800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56308" y="2384676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6260" y="374904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51779" y="3814270"/>
            <a:ext cx="107314" cy="173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6260" y="452475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56260" y="4914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6260" y="530504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0">
              <a:lnSpc>
                <a:spcPct val="100000"/>
              </a:lnSpc>
              <a:spcBef>
                <a:spcPts val="95"/>
              </a:spcBef>
            </a:pPr>
            <a:r>
              <a:rPr dirty="0"/>
              <a:t>PROPOSED</a:t>
            </a:r>
            <a:r>
              <a:rPr spc="-170" dirty="0"/>
              <a:t> </a:t>
            </a:r>
            <a:r>
              <a:rPr spc="-10" dirty="0"/>
              <a:t>SYSTEM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80035" indent="-266065">
              <a:lnSpc>
                <a:spcPct val="100000"/>
              </a:lnSpc>
              <a:spcBef>
                <a:spcPts val="229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system</a:t>
            </a:r>
            <a:r>
              <a:rPr spc="2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centralized</a:t>
            </a:r>
            <a:r>
              <a:rPr spc="15" dirty="0"/>
              <a:t> </a:t>
            </a:r>
            <a:r>
              <a:rPr spc="-10" dirty="0"/>
              <a:t>web-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platform</a:t>
            </a:r>
            <a:r>
              <a:rPr spc="1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managing</a:t>
            </a:r>
            <a:r>
              <a:rPr spc="10" dirty="0"/>
              <a:t> </a:t>
            </a:r>
            <a:r>
              <a:rPr dirty="0"/>
              <a:t>all</a:t>
            </a:r>
            <a:r>
              <a:rPr spc="-10" dirty="0"/>
              <a:t> </a:t>
            </a:r>
            <a:r>
              <a:rPr dirty="0"/>
              <a:t>campus</a:t>
            </a:r>
            <a:r>
              <a:rPr spc="5" dirty="0"/>
              <a:t> </a:t>
            </a:r>
            <a:r>
              <a:rPr dirty="0"/>
              <a:t>events</a:t>
            </a:r>
            <a:r>
              <a:rPr spc="10" dirty="0"/>
              <a:t> </a:t>
            </a:r>
            <a:r>
              <a:rPr spc="-10" dirty="0"/>
              <a:t>digitally.</a:t>
            </a:r>
          </a:p>
          <a:p>
            <a:pPr marL="280035" marR="5080" indent="-267970">
              <a:lnSpc>
                <a:spcPct val="102499"/>
              </a:lnSpc>
              <a:spcBef>
                <a:spcPts val="85"/>
              </a:spcBef>
              <a:buFont typeface="SimSun-ExtB"/>
              <a:buChar char="➢"/>
              <a:tabLst>
                <a:tab pos="282575" algn="l"/>
              </a:tabLst>
            </a:pPr>
            <a:r>
              <a:rPr dirty="0"/>
              <a:t>It</a:t>
            </a:r>
            <a:r>
              <a:rPr spc="-45" dirty="0"/>
              <a:t> </a:t>
            </a:r>
            <a:r>
              <a:rPr dirty="0"/>
              <a:t>allows</a:t>
            </a:r>
            <a:r>
              <a:rPr spc="-25" dirty="0"/>
              <a:t> </a:t>
            </a:r>
            <a:r>
              <a:rPr dirty="0"/>
              <a:t>administrators</a:t>
            </a:r>
            <a:r>
              <a:rPr spc="-2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create,</a:t>
            </a:r>
            <a:r>
              <a:rPr spc="-20" dirty="0"/>
              <a:t> </a:t>
            </a:r>
            <a:r>
              <a:rPr dirty="0"/>
              <a:t>update,</a:t>
            </a:r>
            <a:r>
              <a:rPr spc="-20" dirty="0"/>
              <a:t> </a:t>
            </a:r>
            <a:r>
              <a:rPr dirty="0"/>
              <a:t>delete,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publish</a:t>
            </a:r>
            <a:r>
              <a:rPr spc="-30" dirty="0"/>
              <a:t> </a:t>
            </a:r>
            <a:r>
              <a:rPr dirty="0"/>
              <a:t>event</a:t>
            </a:r>
            <a:r>
              <a:rPr spc="-15" dirty="0"/>
              <a:t> </a:t>
            </a:r>
            <a:r>
              <a:rPr dirty="0"/>
              <a:t>details</a:t>
            </a:r>
            <a:r>
              <a:rPr spc="-40" dirty="0"/>
              <a:t> </a:t>
            </a:r>
            <a:r>
              <a:rPr dirty="0"/>
              <a:t>such</a:t>
            </a:r>
            <a:r>
              <a:rPr spc="-15" dirty="0"/>
              <a:t> </a:t>
            </a:r>
            <a:r>
              <a:rPr dirty="0"/>
              <a:t>as</a:t>
            </a:r>
            <a:r>
              <a:rPr spc="-25" dirty="0"/>
              <a:t> </a:t>
            </a:r>
            <a:r>
              <a:rPr dirty="0"/>
              <a:t>date,</a:t>
            </a:r>
            <a:r>
              <a:rPr spc="-20" dirty="0"/>
              <a:t> </a:t>
            </a:r>
            <a:r>
              <a:rPr dirty="0"/>
              <a:t>time,</a:t>
            </a:r>
            <a:r>
              <a:rPr spc="-20" dirty="0"/>
              <a:t> </a:t>
            </a:r>
            <a:r>
              <a:rPr spc="-10" dirty="0"/>
              <a:t>venue, 	</a:t>
            </a:r>
            <a:r>
              <a:rPr dirty="0"/>
              <a:t>description,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participant</a:t>
            </a:r>
            <a:r>
              <a:rPr spc="-35" dirty="0"/>
              <a:t> </a:t>
            </a:r>
            <a:r>
              <a:rPr spc="-10" dirty="0"/>
              <a:t>limits.</a:t>
            </a:r>
          </a:p>
          <a:p>
            <a:pPr marL="280035" indent="-266065">
              <a:lnSpc>
                <a:spcPct val="100000"/>
              </a:lnSpc>
              <a:buFont typeface="SimSun-ExtB"/>
              <a:buChar char="➢"/>
              <a:tabLst>
                <a:tab pos="280035" algn="l"/>
              </a:tabLst>
            </a:pPr>
            <a:r>
              <a:rPr dirty="0"/>
              <a:t>Students</a:t>
            </a:r>
            <a:r>
              <a:rPr spc="-2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securely</a:t>
            </a:r>
            <a:r>
              <a:rPr spc="-10" dirty="0"/>
              <a:t> </a:t>
            </a:r>
            <a:r>
              <a:rPr dirty="0"/>
              <a:t>register,</a:t>
            </a:r>
            <a:r>
              <a:rPr spc="-20" dirty="0"/>
              <a:t> </a:t>
            </a:r>
            <a:r>
              <a:rPr dirty="0"/>
              <a:t>log</a:t>
            </a:r>
            <a:r>
              <a:rPr spc="-20" dirty="0"/>
              <a:t> </a:t>
            </a:r>
            <a:r>
              <a:rPr dirty="0"/>
              <a:t>in,</a:t>
            </a:r>
            <a:r>
              <a:rPr spc="-30" dirty="0"/>
              <a:t> </a:t>
            </a:r>
            <a:r>
              <a:rPr dirty="0"/>
              <a:t>browse</a:t>
            </a:r>
            <a:r>
              <a:rPr spc="-15" dirty="0"/>
              <a:t> </a:t>
            </a:r>
            <a:r>
              <a:rPr dirty="0"/>
              <a:t>upcoming</a:t>
            </a:r>
            <a:r>
              <a:rPr spc="-5" dirty="0"/>
              <a:t> </a:t>
            </a:r>
            <a:r>
              <a:rPr dirty="0"/>
              <a:t>events,</a:t>
            </a:r>
            <a:r>
              <a:rPr spc="-2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register</a:t>
            </a:r>
            <a:r>
              <a:rPr spc="-20" dirty="0"/>
              <a:t> </a:t>
            </a:r>
            <a:r>
              <a:rPr spc="-10" dirty="0"/>
              <a:t>online.</a:t>
            </a:r>
          </a:p>
          <a:p>
            <a:pPr marL="280035" indent="-266065">
              <a:lnSpc>
                <a:spcPct val="100000"/>
              </a:lnSpc>
              <a:spcBef>
                <a:spcPts val="25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system provides</a:t>
            </a:r>
            <a:r>
              <a:rPr spc="-20" dirty="0"/>
              <a:t> </a:t>
            </a:r>
            <a:r>
              <a:rPr dirty="0"/>
              <a:t>instant</a:t>
            </a:r>
            <a:r>
              <a:rPr spc="-20" dirty="0"/>
              <a:t> </a:t>
            </a:r>
            <a:r>
              <a:rPr dirty="0"/>
              <a:t>registration</a:t>
            </a:r>
            <a:r>
              <a:rPr spc="-25" dirty="0"/>
              <a:t> </a:t>
            </a:r>
            <a:r>
              <a:rPr dirty="0"/>
              <a:t>confirmation</a:t>
            </a:r>
            <a:r>
              <a:rPr spc="-5" dirty="0"/>
              <a:t> </a:t>
            </a:r>
            <a:r>
              <a:rPr dirty="0"/>
              <a:t>and</a:t>
            </a:r>
            <a:r>
              <a:rPr spc="-10" dirty="0"/>
              <a:t> real-</a:t>
            </a:r>
            <a:r>
              <a:rPr dirty="0"/>
              <a:t>time</a:t>
            </a:r>
            <a:r>
              <a:rPr spc="-30" dirty="0"/>
              <a:t> </a:t>
            </a:r>
            <a:r>
              <a:rPr spc="-10" dirty="0"/>
              <a:t>updates.</a:t>
            </a:r>
          </a:p>
          <a:p>
            <a:pPr marL="13970" marR="1715770" indent="266065">
              <a:lnSpc>
                <a:spcPct val="101499"/>
              </a:lnSpc>
              <a:spcBef>
                <a:spcPts val="95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It</a:t>
            </a:r>
            <a:r>
              <a:rPr spc="-30" dirty="0"/>
              <a:t> </a:t>
            </a:r>
            <a:r>
              <a:rPr dirty="0"/>
              <a:t>maintains</a:t>
            </a:r>
            <a:r>
              <a:rPr spc="-2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structured</a:t>
            </a:r>
            <a:r>
              <a:rPr spc="-15" dirty="0"/>
              <a:t> </a:t>
            </a:r>
            <a:r>
              <a:rPr dirty="0"/>
              <a:t>digital</a:t>
            </a:r>
            <a:r>
              <a:rPr spc="-20" dirty="0"/>
              <a:t> </a:t>
            </a:r>
            <a:r>
              <a:rPr dirty="0"/>
              <a:t>database</a:t>
            </a:r>
            <a:r>
              <a:rPr spc="-3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store</a:t>
            </a:r>
            <a:r>
              <a:rPr spc="-20" dirty="0"/>
              <a:t> </a:t>
            </a:r>
            <a:r>
              <a:rPr dirty="0"/>
              <a:t>event</a:t>
            </a:r>
            <a:r>
              <a:rPr spc="-1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participant</a:t>
            </a:r>
            <a:r>
              <a:rPr spc="-45" dirty="0"/>
              <a:t> </a:t>
            </a:r>
            <a:r>
              <a:rPr spc="-10" dirty="0"/>
              <a:t>records. </a:t>
            </a:r>
            <a:r>
              <a:rPr dirty="0">
                <a:latin typeface="Comic Sans MS"/>
                <a:cs typeface="Comic Sans MS"/>
              </a:rPr>
              <a:t>Ø</a:t>
            </a:r>
            <a:r>
              <a:rPr spc="130" dirty="0">
                <a:latin typeface="Comic Sans MS"/>
                <a:cs typeface="Comic Sans MS"/>
              </a:rPr>
              <a:t> </a:t>
            </a:r>
            <a:r>
              <a:rPr spc="-10" dirty="0"/>
              <a:t>Role-</a:t>
            </a:r>
            <a:r>
              <a:rPr dirty="0"/>
              <a:t>based</a:t>
            </a:r>
            <a:r>
              <a:rPr spc="-25" dirty="0"/>
              <a:t> </a:t>
            </a:r>
            <a:r>
              <a:rPr dirty="0"/>
              <a:t>access</a:t>
            </a:r>
            <a:r>
              <a:rPr spc="-25" dirty="0"/>
              <a:t> </a:t>
            </a:r>
            <a:r>
              <a:rPr dirty="0"/>
              <a:t>control</a:t>
            </a:r>
            <a:r>
              <a:rPr spc="-30" dirty="0"/>
              <a:t> </a:t>
            </a:r>
            <a:r>
              <a:rPr dirty="0"/>
              <a:t>ensures</a:t>
            </a:r>
            <a:r>
              <a:rPr spc="-20" dirty="0"/>
              <a:t> </a:t>
            </a:r>
            <a:r>
              <a:rPr dirty="0"/>
              <a:t>secure</a:t>
            </a:r>
            <a:r>
              <a:rPr spc="-35" dirty="0"/>
              <a:t> </a:t>
            </a:r>
            <a:r>
              <a:rPr dirty="0"/>
              <a:t>access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administrators</a:t>
            </a:r>
            <a:r>
              <a:rPr spc="-3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students. </a:t>
            </a:r>
            <a:r>
              <a:rPr dirty="0">
                <a:latin typeface="Comic Sans MS"/>
                <a:cs typeface="Comic Sans MS"/>
              </a:rPr>
              <a:t>Ø</a:t>
            </a:r>
            <a:r>
              <a:rPr spc="340" dirty="0">
                <a:latin typeface="Comic Sans MS"/>
                <a:cs typeface="Comic Sans MS"/>
              </a:rPr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portal</a:t>
            </a:r>
            <a:r>
              <a:rPr spc="-15" dirty="0"/>
              <a:t> </a:t>
            </a:r>
            <a:r>
              <a:rPr dirty="0"/>
              <a:t>enables</a:t>
            </a:r>
            <a:r>
              <a:rPr spc="-20" dirty="0"/>
              <a:t> </a:t>
            </a:r>
            <a:r>
              <a:rPr spc="-10" dirty="0"/>
              <a:t>real-</a:t>
            </a:r>
            <a:r>
              <a:rPr dirty="0"/>
              <a:t>time</a:t>
            </a:r>
            <a:r>
              <a:rPr spc="-15" dirty="0"/>
              <a:t> </a:t>
            </a:r>
            <a:r>
              <a:rPr dirty="0"/>
              <a:t>tracking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registrations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participant</a:t>
            </a:r>
            <a:r>
              <a:rPr spc="-25" dirty="0"/>
              <a:t> </a:t>
            </a:r>
            <a:r>
              <a:rPr spc="-10" dirty="0"/>
              <a:t>limits.</a:t>
            </a:r>
          </a:p>
          <a:p>
            <a:pPr marL="280035" indent="-26606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Automated</a:t>
            </a:r>
            <a:r>
              <a:rPr spc="10" dirty="0"/>
              <a:t> </a:t>
            </a:r>
            <a:r>
              <a:rPr dirty="0"/>
              <a:t>notifications</a:t>
            </a:r>
            <a:r>
              <a:rPr spc="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dirty="0"/>
              <a:t>announcements</a:t>
            </a:r>
            <a:r>
              <a:rPr spc="5" dirty="0"/>
              <a:t> </a:t>
            </a:r>
            <a:r>
              <a:rPr dirty="0"/>
              <a:t>keep</a:t>
            </a:r>
            <a:r>
              <a:rPr spc="-15" dirty="0"/>
              <a:t> </a:t>
            </a:r>
            <a:r>
              <a:rPr dirty="0"/>
              <a:t>students</a:t>
            </a:r>
            <a:r>
              <a:rPr spc="-10" dirty="0"/>
              <a:t> </a:t>
            </a:r>
            <a:r>
              <a:rPr dirty="0"/>
              <a:t>informed</a:t>
            </a:r>
            <a:r>
              <a:rPr spc="10" dirty="0"/>
              <a:t> </a:t>
            </a:r>
            <a:r>
              <a:rPr dirty="0"/>
              <a:t>about</a:t>
            </a:r>
            <a:r>
              <a:rPr spc="-15" dirty="0"/>
              <a:t> </a:t>
            </a:r>
            <a:r>
              <a:rPr dirty="0"/>
              <a:t>important</a:t>
            </a:r>
            <a:r>
              <a:rPr spc="15" dirty="0"/>
              <a:t> </a:t>
            </a:r>
            <a:r>
              <a:rPr spc="-10" dirty="0"/>
              <a:t>updates.</a:t>
            </a:r>
          </a:p>
          <a:p>
            <a:pPr marL="280035" indent="-266065">
              <a:lnSpc>
                <a:spcPct val="100000"/>
              </a:lnSpc>
              <a:spcBef>
                <a:spcPts val="130"/>
              </a:spcBef>
              <a:buFont typeface="SimSun-ExtB"/>
              <a:buChar char="➢"/>
              <a:tabLst>
                <a:tab pos="280035" algn="l"/>
              </a:tabLst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system generates</a:t>
            </a:r>
            <a:r>
              <a:rPr spc="-20" dirty="0"/>
              <a:t> </a:t>
            </a:r>
            <a:r>
              <a:rPr dirty="0"/>
              <a:t>reports</a:t>
            </a:r>
            <a:r>
              <a:rPr spc="-2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maintains</a:t>
            </a:r>
            <a:r>
              <a:rPr spc="-35" dirty="0"/>
              <a:t> </a:t>
            </a:r>
            <a:r>
              <a:rPr dirty="0"/>
              <a:t>historical</a:t>
            </a:r>
            <a:r>
              <a:rPr spc="-15" dirty="0"/>
              <a:t> </a:t>
            </a:r>
            <a:r>
              <a:rPr dirty="0"/>
              <a:t>event</a:t>
            </a:r>
            <a:r>
              <a:rPr spc="-1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dirty="0"/>
              <a:t>for future</a:t>
            </a:r>
            <a:r>
              <a:rPr spc="-10" dirty="0"/>
              <a:t> reference</a:t>
            </a:r>
          </a:p>
        </p:txBody>
      </p:sp>
      <p:sp>
        <p:nvSpPr>
          <p:cNvPr id="7" name="object 7"/>
          <p:cNvSpPr/>
          <p:nvPr/>
        </p:nvSpPr>
        <p:spPr>
          <a:xfrm>
            <a:off x="556260" y="27081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308" y="27733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6052" y="3098291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0999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0999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5883" y="3240821"/>
            <a:ext cx="15748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135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6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6702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" y="374751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56308" y="3812728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6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6308" y="238319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260" y="413613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1779" y="4199754"/>
            <a:ext cx="107314" cy="1349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51063" y="774191"/>
            <a:ext cx="2936875" cy="944880"/>
            <a:chOff x="7751063" y="774191"/>
            <a:chExt cx="2936875" cy="944880"/>
          </a:xfrm>
        </p:grpSpPr>
        <p:sp>
          <p:nvSpPr>
            <p:cNvPr id="3" name="object 3"/>
            <p:cNvSpPr/>
            <p:nvPr/>
          </p:nvSpPr>
          <p:spPr>
            <a:xfrm>
              <a:off x="7751051" y="774191"/>
              <a:ext cx="2936875" cy="944880"/>
            </a:xfrm>
            <a:custGeom>
              <a:avLst/>
              <a:gdLst/>
              <a:ahLst/>
              <a:cxnLst/>
              <a:rect l="l" t="t" r="r" b="b"/>
              <a:pathLst>
                <a:path w="2936875" h="944880">
                  <a:moveTo>
                    <a:pt x="2936748" y="582168"/>
                  </a:moveTo>
                  <a:lnTo>
                    <a:pt x="2916936" y="582168"/>
                  </a:lnTo>
                  <a:lnTo>
                    <a:pt x="2897124" y="592836"/>
                  </a:lnTo>
                  <a:lnTo>
                    <a:pt x="2860548" y="592836"/>
                  </a:lnTo>
                  <a:lnTo>
                    <a:pt x="2820924" y="601980"/>
                  </a:lnTo>
                  <a:lnTo>
                    <a:pt x="2822448" y="601980"/>
                  </a:lnTo>
                  <a:lnTo>
                    <a:pt x="2782824" y="611124"/>
                  </a:lnTo>
                  <a:lnTo>
                    <a:pt x="2746248" y="611124"/>
                  </a:lnTo>
                  <a:lnTo>
                    <a:pt x="2726436" y="620268"/>
                  </a:lnTo>
                  <a:lnTo>
                    <a:pt x="2650236" y="620268"/>
                  </a:lnTo>
                  <a:lnTo>
                    <a:pt x="2610612" y="630936"/>
                  </a:lnTo>
                  <a:lnTo>
                    <a:pt x="2552700" y="630936"/>
                  </a:lnTo>
                  <a:lnTo>
                    <a:pt x="2513076" y="640080"/>
                  </a:lnTo>
                  <a:lnTo>
                    <a:pt x="2159508" y="640080"/>
                  </a:lnTo>
                  <a:lnTo>
                    <a:pt x="2138172" y="630936"/>
                  </a:lnTo>
                  <a:lnTo>
                    <a:pt x="2061972" y="630936"/>
                  </a:lnTo>
                  <a:lnTo>
                    <a:pt x="2022348" y="620268"/>
                  </a:lnTo>
                  <a:lnTo>
                    <a:pt x="1946148" y="620268"/>
                  </a:lnTo>
                  <a:lnTo>
                    <a:pt x="1926336" y="611124"/>
                  </a:lnTo>
                  <a:lnTo>
                    <a:pt x="1889760" y="611124"/>
                  </a:lnTo>
                  <a:lnTo>
                    <a:pt x="1868424" y="601980"/>
                  </a:lnTo>
                  <a:lnTo>
                    <a:pt x="1851660" y="601980"/>
                  </a:lnTo>
                  <a:lnTo>
                    <a:pt x="1812036" y="592836"/>
                  </a:lnTo>
                  <a:lnTo>
                    <a:pt x="1775460" y="592836"/>
                  </a:lnTo>
                  <a:lnTo>
                    <a:pt x="1755648" y="582168"/>
                  </a:lnTo>
                  <a:lnTo>
                    <a:pt x="1719072" y="582168"/>
                  </a:lnTo>
                  <a:lnTo>
                    <a:pt x="1699260" y="573024"/>
                  </a:lnTo>
                  <a:lnTo>
                    <a:pt x="1682496" y="573024"/>
                  </a:lnTo>
                  <a:lnTo>
                    <a:pt x="1662684" y="563880"/>
                  </a:lnTo>
                  <a:lnTo>
                    <a:pt x="1626108" y="554736"/>
                  </a:lnTo>
                  <a:lnTo>
                    <a:pt x="1607820" y="554736"/>
                  </a:lnTo>
                  <a:lnTo>
                    <a:pt x="1588008" y="544068"/>
                  </a:lnTo>
                  <a:lnTo>
                    <a:pt x="1552956" y="544068"/>
                  </a:lnTo>
                  <a:lnTo>
                    <a:pt x="1533144" y="534924"/>
                  </a:lnTo>
                  <a:lnTo>
                    <a:pt x="1534680" y="534924"/>
                  </a:lnTo>
                  <a:lnTo>
                    <a:pt x="1514856" y="525780"/>
                  </a:lnTo>
                  <a:lnTo>
                    <a:pt x="1516380" y="534924"/>
                  </a:lnTo>
                  <a:lnTo>
                    <a:pt x="1496568" y="525780"/>
                  </a:lnTo>
                  <a:lnTo>
                    <a:pt x="1498092" y="525780"/>
                  </a:lnTo>
                  <a:lnTo>
                    <a:pt x="1478280" y="516636"/>
                  </a:lnTo>
                  <a:lnTo>
                    <a:pt x="1461516" y="516636"/>
                  </a:lnTo>
                  <a:lnTo>
                    <a:pt x="1443228" y="505968"/>
                  </a:lnTo>
                  <a:lnTo>
                    <a:pt x="1426464" y="505968"/>
                  </a:lnTo>
                  <a:lnTo>
                    <a:pt x="1406652" y="496824"/>
                  </a:lnTo>
                  <a:lnTo>
                    <a:pt x="1389888" y="496824"/>
                  </a:lnTo>
                  <a:lnTo>
                    <a:pt x="1353312" y="478536"/>
                  </a:lnTo>
                  <a:lnTo>
                    <a:pt x="1336548" y="478536"/>
                  </a:lnTo>
                  <a:lnTo>
                    <a:pt x="1299972" y="458724"/>
                  </a:lnTo>
                  <a:lnTo>
                    <a:pt x="1283208" y="458724"/>
                  </a:lnTo>
                  <a:lnTo>
                    <a:pt x="1264920" y="449580"/>
                  </a:lnTo>
                  <a:lnTo>
                    <a:pt x="1266444" y="449580"/>
                  </a:lnTo>
                  <a:lnTo>
                    <a:pt x="1248156" y="440436"/>
                  </a:lnTo>
                  <a:lnTo>
                    <a:pt x="1229880" y="429768"/>
                  </a:lnTo>
                  <a:lnTo>
                    <a:pt x="1231392" y="440436"/>
                  </a:lnTo>
                  <a:lnTo>
                    <a:pt x="1194816" y="420624"/>
                  </a:lnTo>
                  <a:lnTo>
                    <a:pt x="1196340" y="420624"/>
                  </a:lnTo>
                  <a:lnTo>
                    <a:pt x="1178052" y="411480"/>
                  </a:lnTo>
                  <a:lnTo>
                    <a:pt x="1179576" y="411480"/>
                  </a:lnTo>
                  <a:lnTo>
                    <a:pt x="1143000" y="402336"/>
                  </a:lnTo>
                  <a:lnTo>
                    <a:pt x="1144524" y="402336"/>
                  </a:lnTo>
                  <a:lnTo>
                    <a:pt x="1126236" y="391668"/>
                  </a:lnTo>
                  <a:lnTo>
                    <a:pt x="1127760" y="391668"/>
                  </a:lnTo>
                  <a:lnTo>
                    <a:pt x="1109472" y="382524"/>
                  </a:lnTo>
                  <a:lnTo>
                    <a:pt x="1092708" y="382524"/>
                  </a:lnTo>
                  <a:lnTo>
                    <a:pt x="1059180" y="364236"/>
                  </a:lnTo>
                  <a:lnTo>
                    <a:pt x="1040892" y="353568"/>
                  </a:lnTo>
                  <a:lnTo>
                    <a:pt x="1042416" y="353568"/>
                  </a:lnTo>
                  <a:lnTo>
                    <a:pt x="1024128" y="344424"/>
                  </a:lnTo>
                  <a:lnTo>
                    <a:pt x="1025652" y="344424"/>
                  </a:lnTo>
                  <a:lnTo>
                    <a:pt x="1007364" y="335280"/>
                  </a:lnTo>
                  <a:lnTo>
                    <a:pt x="992124" y="335280"/>
                  </a:lnTo>
                  <a:lnTo>
                    <a:pt x="925068" y="297180"/>
                  </a:lnTo>
                  <a:lnTo>
                    <a:pt x="926592" y="297180"/>
                  </a:lnTo>
                  <a:lnTo>
                    <a:pt x="908304" y="288036"/>
                  </a:lnTo>
                  <a:lnTo>
                    <a:pt x="909828" y="288036"/>
                  </a:lnTo>
                  <a:lnTo>
                    <a:pt x="891540" y="277368"/>
                  </a:lnTo>
                  <a:lnTo>
                    <a:pt x="893064" y="277368"/>
                  </a:lnTo>
                  <a:lnTo>
                    <a:pt x="859536" y="259080"/>
                  </a:lnTo>
                  <a:lnTo>
                    <a:pt x="861060" y="259080"/>
                  </a:lnTo>
                  <a:lnTo>
                    <a:pt x="810768" y="239268"/>
                  </a:lnTo>
                  <a:lnTo>
                    <a:pt x="812292" y="239268"/>
                  </a:lnTo>
                  <a:lnTo>
                    <a:pt x="778764" y="220980"/>
                  </a:lnTo>
                  <a:lnTo>
                    <a:pt x="780288" y="220980"/>
                  </a:lnTo>
                  <a:lnTo>
                    <a:pt x="763524" y="211836"/>
                  </a:lnTo>
                  <a:lnTo>
                    <a:pt x="765048" y="211836"/>
                  </a:lnTo>
                  <a:lnTo>
                    <a:pt x="731520" y="192024"/>
                  </a:lnTo>
                  <a:lnTo>
                    <a:pt x="733044" y="192024"/>
                  </a:lnTo>
                  <a:lnTo>
                    <a:pt x="716280" y="182880"/>
                  </a:lnTo>
                  <a:lnTo>
                    <a:pt x="717804" y="182880"/>
                  </a:lnTo>
                  <a:lnTo>
                    <a:pt x="710184" y="173736"/>
                  </a:lnTo>
                  <a:lnTo>
                    <a:pt x="701040" y="163068"/>
                  </a:lnTo>
                  <a:lnTo>
                    <a:pt x="701040" y="173736"/>
                  </a:lnTo>
                  <a:lnTo>
                    <a:pt x="685800" y="163068"/>
                  </a:lnTo>
                  <a:lnTo>
                    <a:pt x="669036" y="144780"/>
                  </a:lnTo>
                  <a:lnTo>
                    <a:pt x="670560" y="144780"/>
                  </a:lnTo>
                  <a:lnTo>
                    <a:pt x="653796" y="135636"/>
                  </a:lnTo>
                  <a:lnTo>
                    <a:pt x="655320" y="135636"/>
                  </a:lnTo>
                  <a:lnTo>
                    <a:pt x="638556" y="124968"/>
                  </a:lnTo>
                  <a:lnTo>
                    <a:pt x="640080" y="124968"/>
                  </a:lnTo>
                  <a:lnTo>
                    <a:pt x="623316" y="115824"/>
                  </a:lnTo>
                  <a:lnTo>
                    <a:pt x="624840" y="115824"/>
                  </a:lnTo>
                  <a:lnTo>
                    <a:pt x="608076" y="106680"/>
                  </a:lnTo>
                  <a:lnTo>
                    <a:pt x="609600" y="106680"/>
                  </a:lnTo>
                  <a:lnTo>
                    <a:pt x="592836" y="97536"/>
                  </a:lnTo>
                  <a:lnTo>
                    <a:pt x="594360" y="97536"/>
                  </a:lnTo>
                  <a:lnTo>
                    <a:pt x="577596" y="86868"/>
                  </a:lnTo>
                  <a:lnTo>
                    <a:pt x="579120" y="86868"/>
                  </a:lnTo>
                  <a:lnTo>
                    <a:pt x="562356" y="77724"/>
                  </a:lnTo>
                  <a:lnTo>
                    <a:pt x="563880" y="77724"/>
                  </a:lnTo>
                  <a:lnTo>
                    <a:pt x="548640" y="68580"/>
                  </a:lnTo>
                  <a:lnTo>
                    <a:pt x="541020" y="59436"/>
                  </a:lnTo>
                  <a:lnTo>
                    <a:pt x="533412" y="48768"/>
                  </a:lnTo>
                  <a:lnTo>
                    <a:pt x="533412" y="59436"/>
                  </a:lnTo>
                  <a:lnTo>
                    <a:pt x="525780" y="48768"/>
                  </a:lnTo>
                  <a:lnTo>
                    <a:pt x="518160" y="39624"/>
                  </a:lnTo>
                  <a:lnTo>
                    <a:pt x="518160" y="48768"/>
                  </a:lnTo>
                  <a:lnTo>
                    <a:pt x="502920" y="30480"/>
                  </a:lnTo>
                  <a:lnTo>
                    <a:pt x="504444" y="30480"/>
                  </a:lnTo>
                  <a:lnTo>
                    <a:pt x="473964" y="10668"/>
                  </a:lnTo>
                  <a:lnTo>
                    <a:pt x="475488" y="10668"/>
                  </a:lnTo>
                  <a:lnTo>
                    <a:pt x="458724" y="1524"/>
                  </a:lnTo>
                  <a:lnTo>
                    <a:pt x="460248" y="1524"/>
                  </a:lnTo>
                  <a:lnTo>
                    <a:pt x="455676" y="0"/>
                  </a:lnTo>
                  <a:lnTo>
                    <a:pt x="0" y="0"/>
                  </a:lnTo>
                  <a:lnTo>
                    <a:pt x="1524" y="1524"/>
                  </a:lnTo>
                  <a:lnTo>
                    <a:pt x="15240" y="10668"/>
                  </a:lnTo>
                  <a:lnTo>
                    <a:pt x="45720" y="39624"/>
                  </a:lnTo>
                  <a:lnTo>
                    <a:pt x="59436" y="48768"/>
                  </a:lnTo>
                  <a:lnTo>
                    <a:pt x="120396" y="106680"/>
                  </a:lnTo>
                  <a:lnTo>
                    <a:pt x="135636" y="124968"/>
                  </a:lnTo>
                  <a:lnTo>
                    <a:pt x="166116" y="144780"/>
                  </a:lnTo>
                  <a:lnTo>
                    <a:pt x="181356" y="163068"/>
                  </a:lnTo>
                  <a:lnTo>
                    <a:pt x="211836" y="182880"/>
                  </a:lnTo>
                  <a:lnTo>
                    <a:pt x="228600" y="201168"/>
                  </a:lnTo>
                  <a:lnTo>
                    <a:pt x="259080" y="220980"/>
                  </a:lnTo>
                  <a:lnTo>
                    <a:pt x="275844" y="239268"/>
                  </a:lnTo>
                  <a:lnTo>
                    <a:pt x="291084" y="249936"/>
                  </a:lnTo>
                  <a:lnTo>
                    <a:pt x="307848" y="259080"/>
                  </a:lnTo>
                  <a:lnTo>
                    <a:pt x="323088" y="277368"/>
                  </a:lnTo>
                  <a:lnTo>
                    <a:pt x="371856" y="306324"/>
                  </a:lnTo>
                  <a:lnTo>
                    <a:pt x="388620" y="315468"/>
                  </a:lnTo>
                  <a:lnTo>
                    <a:pt x="422148" y="344424"/>
                  </a:lnTo>
                  <a:lnTo>
                    <a:pt x="455676" y="364236"/>
                  </a:lnTo>
                  <a:lnTo>
                    <a:pt x="489204" y="391668"/>
                  </a:lnTo>
                  <a:lnTo>
                    <a:pt x="522732" y="411480"/>
                  </a:lnTo>
                  <a:lnTo>
                    <a:pt x="541020" y="420624"/>
                  </a:lnTo>
                  <a:lnTo>
                    <a:pt x="591312" y="458724"/>
                  </a:lnTo>
                  <a:lnTo>
                    <a:pt x="609600" y="467868"/>
                  </a:lnTo>
                  <a:lnTo>
                    <a:pt x="626364" y="478536"/>
                  </a:lnTo>
                  <a:lnTo>
                    <a:pt x="644652" y="487680"/>
                  </a:lnTo>
                  <a:lnTo>
                    <a:pt x="661416" y="496824"/>
                  </a:lnTo>
                  <a:lnTo>
                    <a:pt x="751332" y="544068"/>
                  </a:lnTo>
                  <a:lnTo>
                    <a:pt x="768096" y="554736"/>
                  </a:lnTo>
                  <a:lnTo>
                    <a:pt x="952500" y="649224"/>
                  </a:lnTo>
                  <a:lnTo>
                    <a:pt x="970788" y="649224"/>
                  </a:lnTo>
                  <a:lnTo>
                    <a:pt x="1007364" y="669036"/>
                  </a:lnTo>
                  <a:lnTo>
                    <a:pt x="1027176" y="678180"/>
                  </a:lnTo>
                  <a:lnTo>
                    <a:pt x="1045464" y="687324"/>
                  </a:lnTo>
                  <a:lnTo>
                    <a:pt x="1065276" y="696468"/>
                  </a:lnTo>
                  <a:lnTo>
                    <a:pt x="1083564" y="696468"/>
                  </a:lnTo>
                  <a:lnTo>
                    <a:pt x="1103376" y="707136"/>
                  </a:lnTo>
                  <a:lnTo>
                    <a:pt x="1121664" y="716280"/>
                  </a:lnTo>
                  <a:lnTo>
                    <a:pt x="1141476" y="725424"/>
                  </a:lnTo>
                  <a:lnTo>
                    <a:pt x="1159764" y="734568"/>
                  </a:lnTo>
                  <a:lnTo>
                    <a:pt x="1179576" y="734568"/>
                  </a:lnTo>
                  <a:lnTo>
                    <a:pt x="1219200" y="754380"/>
                  </a:lnTo>
                  <a:lnTo>
                    <a:pt x="1237488" y="754380"/>
                  </a:lnTo>
                  <a:lnTo>
                    <a:pt x="1257300" y="763524"/>
                  </a:lnTo>
                  <a:lnTo>
                    <a:pt x="1435608" y="821436"/>
                  </a:lnTo>
                  <a:lnTo>
                    <a:pt x="1455420" y="821436"/>
                  </a:lnTo>
                  <a:lnTo>
                    <a:pt x="1495044" y="839724"/>
                  </a:lnTo>
                  <a:lnTo>
                    <a:pt x="1516380" y="839724"/>
                  </a:lnTo>
                  <a:lnTo>
                    <a:pt x="1556004" y="848868"/>
                  </a:lnTo>
                  <a:lnTo>
                    <a:pt x="1577340" y="859536"/>
                  </a:lnTo>
                  <a:lnTo>
                    <a:pt x="1616964" y="868680"/>
                  </a:lnTo>
                  <a:lnTo>
                    <a:pt x="1638300" y="868680"/>
                  </a:lnTo>
                  <a:lnTo>
                    <a:pt x="1658112" y="877824"/>
                  </a:lnTo>
                  <a:lnTo>
                    <a:pt x="1699260" y="877824"/>
                  </a:lnTo>
                  <a:lnTo>
                    <a:pt x="1720596" y="886968"/>
                  </a:lnTo>
                  <a:lnTo>
                    <a:pt x="1740408" y="886968"/>
                  </a:lnTo>
                  <a:lnTo>
                    <a:pt x="1761744" y="897636"/>
                  </a:lnTo>
                  <a:lnTo>
                    <a:pt x="1802892" y="897636"/>
                  </a:lnTo>
                  <a:lnTo>
                    <a:pt x="1845564" y="906780"/>
                  </a:lnTo>
                  <a:lnTo>
                    <a:pt x="1865376" y="906780"/>
                  </a:lnTo>
                  <a:lnTo>
                    <a:pt x="1929384" y="915924"/>
                  </a:lnTo>
                  <a:lnTo>
                    <a:pt x="1950720" y="915924"/>
                  </a:lnTo>
                  <a:lnTo>
                    <a:pt x="1972056" y="925068"/>
                  </a:lnTo>
                  <a:lnTo>
                    <a:pt x="2013204" y="925068"/>
                  </a:lnTo>
                  <a:lnTo>
                    <a:pt x="2162568" y="935736"/>
                  </a:lnTo>
                  <a:lnTo>
                    <a:pt x="2206752" y="935736"/>
                  </a:lnTo>
                  <a:lnTo>
                    <a:pt x="2228100" y="944880"/>
                  </a:lnTo>
                  <a:lnTo>
                    <a:pt x="2444508" y="944880"/>
                  </a:lnTo>
                  <a:lnTo>
                    <a:pt x="2465844" y="935736"/>
                  </a:lnTo>
                  <a:lnTo>
                    <a:pt x="2531376" y="935736"/>
                  </a:lnTo>
                  <a:lnTo>
                    <a:pt x="2659380" y="925068"/>
                  </a:lnTo>
                  <a:lnTo>
                    <a:pt x="2700540" y="925068"/>
                  </a:lnTo>
                  <a:lnTo>
                    <a:pt x="2721876" y="915924"/>
                  </a:lnTo>
                  <a:lnTo>
                    <a:pt x="2785872" y="915924"/>
                  </a:lnTo>
                  <a:lnTo>
                    <a:pt x="2805684" y="906780"/>
                  </a:lnTo>
                  <a:lnTo>
                    <a:pt x="2869692" y="897636"/>
                  </a:lnTo>
                  <a:lnTo>
                    <a:pt x="2910840" y="897636"/>
                  </a:lnTo>
                  <a:lnTo>
                    <a:pt x="2930652" y="886968"/>
                  </a:lnTo>
                  <a:lnTo>
                    <a:pt x="2936748" y="886968"/>
                  </a:lnTo>
                  <a:lnTo>
                    <a:pt x="2936748" y="640080"/>
                  </a:lnTo>
                  <a:lnTo>
                    <a:pt x="2936748" y="582168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39" y="1310640"/>
              <a:ext cx="548639" cy="14020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56260" y="19309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260" y="231952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56260" y="270967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6260" y="310134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1779" y="1996076"/>
            <a:ext cx="107314" cy="1347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6052" y="3489959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7595"/>
                </a:lnTo>
                <a:lnTo>
                  <a:pt x="196595" y="566927"/>
                </a:lnTo>
                <a:lnTo>
                  <a:pt x="155447" y="548639"/>
                </a:lnTo>
                <a:lnTo>
                  <a:pt x="117347" y="525779"/>
                </a:lnTo>
                <a:lnTo>
                  <a:pt x="83819" y="496823"/>
                </a:lnTo>
                <a:lnTo>
                  <a:pt x="54864" y="463295"/>
                </a:lnTo>
                <a:lnTo>
                  <a:pt x="32003" y="425195"/>
                </a:lnTo>
                <a:lnTo>
                  <a:pt x="13716" y="384048"/>
                </a:lnTo>
                <a:lnTo>
                  <a:pt x="3047" y="338327"/>
                </a:lnTo>
                <a:lnTo>
                  <a:pt x="0" y="291083"/>
                </a:lnTo>
                <a:lnTo>
                  <a:pt x="3047" y="245363"/>
                </a:lnTo>
                <a:lnTo>
                  <a:pt x="13716" y="199643"/>
                </a:lnTo>
                <a:lnTo>
                  <a:pt x="32003" y="158495"/>
                </a:lnTo>
                <a:lnTo>
                  <a:pt x="54864" y="120395"/>
                </a:lnTo>
                <a:lnTo>
                  <a:pt x="83819" y="86867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6867"/>
                </a:lnTo>
                <a:lnTo>
                  <a:pt x="522731" y="120395"/>
                </a:lnTo>
                <a:lnTo>
                  <a:pt x="545591" y="158495"/>
                </a:lnTo>
                <a:lnTo>
                  <a:pt x="563879" y="199643"/>
                </a:lnTo>
                <a:lnTo>
                  <a:pt x="574547" y="245363"/>
                </a:lnTo>
                <a:lnTo>
                  <a:pt x="579119" y="291083"/>
                </a:lnTo>
                <a:lnTo>
                  <a:pt x="574547" y="338327"/>
                </a:lnTo>
                <a:lnTo>
                  <a:pt x="563879" y="384048"/>
                </a:lnTo>
                <a:lnTo>
                  <a:pt x="545591" y="425195"/>
                </a:lnTo>
                <a:lnTo>
                  <a:pt x="522731" y="463295"/>
                </a:lnTo>
                <a:lnTo>
                  <a:pt x="493776" y="496823"/>
                </a:lnTo>
                <a:lnTo>
                  <a:pt x="460247" y="525779"/>
                </a:lnTo>
                <a:lnTo>
                  <a:pt x="422147" y="548639"/>
                </a:lnTo>
                <a:lnTo>
                  <a:pt x="380999" y="566927"/>
                </a:lnTo>
                <a:lnTo>
                  <a:pt x="335280" y="57759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1932" y="3632504"/>
            <a:ext cx="14668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0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260" y="413918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6260" y="452780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6260" y="4911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6260" y="530352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1779" y="4204382"/>
            <a:ext cx="107314" cy="1341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PROPOSED</a:t>
            </a:r>
            <a:r>
              <a:rPr spc="-90" dirty="0"/>
              <a:t> </a:t>
            </a:r>
            <a:r>
              <a:rPr spc="-10" dirty="0"/>
              <a:t>SYSTEM</a:t>
            </a:r>
            <a:r>
              <a:rPr spc="-18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3332" y="961644"/>
            <a:ext cx="8551164" cy="5701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500" y="2706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" y="309829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" y="3489959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7019" y="1993052"/>
            <a:ext cx="107314" cy="1737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291" y="3878579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3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2523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4199" y="4021112"/>
            <a:ext cx="15240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90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" y="452628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" y="4914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1500" y="530504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7019" y="4589982"/>
            <a:ext cx="107314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23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WORKFLOW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1377695" y="1013460"/>
            <a:ext cx="8711565" cy="5767070"/>
            <a:chOff x="1377695" y="1013460"/>
            <a:chExt cx="8711565" cy="576707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39" y="1304544"/>
              <a:ext cx="548639" cy="1402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7695" y="1013460"/>
              <a:ext cx="8709660" cy="57668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68095">
              <a:lnSpc>
                <a:spcPct val="100000"/>
              </a:lnSpc>
              <a:spcBef>
                <a:spcPts val="95"/>
              </a:spcBef>
            </a:pPr>
            <a:r>
              <a:rPr dirty="0"/>
              <a:t>TECHNOLOGIES</a:t>
            </a:r>
            <a:r>
              <a:rPr spc="-175" dirty="0"/>
              <a:t> </a:t>
            </a:r>
            <a:r>
              <a:rPr spc="-20" dirty="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142" y="1555277"/>
            <a:ext cx="5111115" cy="439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Frontend</a:t>
            </a:r>
            <a:r>
              <a:rPr sz="1250" b="1" spc="-10" dirty="0">
                <a:latin typeface="Times New Roman"/>
                <a:cs typeface="Times New Roman"/>
              </a:rPr>
              <a:t> Technologies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HTML5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Structure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of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pages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CSS3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Styling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pages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(layout,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colors,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design)</a:t>
            </a:r>
            <a:endParaRPr sz="1150">
              <a:latin typeface="Times New Roman"/>
              <a:cs typeface="Times New Roman"/>
            </a:endParaRPr>
          </a:p>
          <a:p>
            <a:pPr marL="12700" marR="1492885">
              <a:lnSpc>
                <a:spcPct val="102000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JavaScript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Client-</a:t>
            </a:r>
            <a:r>
              <a:rPr sz="1150" dirty="0">
                <a:latin typeface="Times New Roman"/>
                <a:cs typeface="Times New Roman"/>
              </a:rPr>
              <a:t>side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validation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(form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validation,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alerts) </a:t>
            </a:r>
            <a:r>
              <a:rPr sz="1150" dirty="0">
                <a:latin typeface="Times New Roman"/>
                <a:cs typeface="Times New Roman"/>
              </a:rPr>
              <a:t>Bootstrap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Responsive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design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UI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components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(optional) </a:t>
            </a:r>
            <a:r>
              <a:rPr sz="1250" b="1" dirty="0">
                <a:latin typeface="Times New Roman"/>
                <a:cs typeface="Times New Roman"/>
              </a:rPr>
              <a:t>Backend</a:t>
            </a:r>
            <a:r>
              <a:rPr sz="1250" b="1" spc="-5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Technologies</a:t>
            </a:r>
            <a:endParaRPr sz="1250">
              <a:latin typeface="Times New Roman"/>
              <a:cs typeface="Times New Roman"/>
            </a:endParaRPr>
          </a:p>
          <a:p>
            <a:pPr marL="12700" marR="1699895">
              <a:lnSpc>
                <a:spcPct val="101699"/>
              </a:lnSpc>
              <a:spcBef>
                <a:spcPts val="5"/>
              </a:spcBef>
            </a:pPr>
            <a:r>
              <a:rPr sz="1150" dirty="0">
                <a:latin typeface="Times New Roman"/>
                <a:cs typeface="Times New Roman"/>
              </a:rPr>
              <a:t>PHP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Server-</a:t>
            </a:r>
            <a:r>
              <a:rPr sz="1150" dirty="0">
                <a:latin typeface="Times New Roman"/>
                <a:cs typeface="Times New Roman"/>
              </a:rPr>
              <a:t>side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scripting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backend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development </a:t>
            </a:r>
            <a:r>
              <a:rPr sz="1150" dirty="0">
                <a:latin typeface="Times New Roman"/>
                <a:cs typeface="Times New Roman"/>
              </a:rPr>
              <a:t>MySQL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storing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0" dirty="0">
                <a:latin typeface="Times New Roman"/>
                <a:cs typeface="Times New Roman"/>
              </a:rPr>
              <a:t> registration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data </a:t>
            </a:r>
            <a:r>
              <a:rPr sz="1150" dirty="0">
                <a:latin typeface="Times New Roman"/>
                <a:cs typeface="Times New Roman"/>
              </a:rPr>
              <a:t>phpMyAdmin</a:t>
            </a:r>
            <a:r>
              <a:rPr sz="1150" spc="-5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management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tool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Apache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(XAMPP)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Local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PHP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MySQL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50" b="1" spc="-10" dirty="0">
                <a:latin typeface="Times New Roman"/>
                <a:cs typeface="Times New Roman"/>
              </a:rPr>
              <a:t>Database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50" dirty="0">
                <a:latin typeface="Times New Roman"/>
                <a:cs typeface="Times New Roman"/>
              </a:rPr>
              <a:t>MySQL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 Stores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details,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details, </a:t>
            </a:r>
            <a:r>
              <a:rPr sz="1150" spc="-10" dirty="0">
                <a:latin typeface="Times New Roman"/>
                <a:cs typeface="Times New Roman"/>
              </a:rPr>
              <a:t>registrations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150" dirty="0">
                <a:latin typeface="Times New Roman"/>
                <a:cs typeface="Times New Roman"/>
              </a:rPr>
              <a:t>SQL</a:t>
            </a:r>
            <a:r>
              <a:rPr sz="1150" spc="-6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database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queries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(INSERT,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SELECT,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DELETE)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b="1" dirty="0">
                <a:latin typeface="Times New Roman"/>
                <a:cs typeface="Times New Roman"/>
              </a:rPr>
              <a:t>Tools</a:t>
            </a:r>
            <a:r>
              <a:rPr sz="1250" b="1" spc="-5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&amp;</a:t>
            </a:r>
            <a:r>
              <a:rPr sz="1250" b="1" spc="-10" dirty="0">
                <a:latin typeface="Times New Roman"/>
                <a:cs typeface="Times New Roman"/>
              </a:rPr>
              <a:t> </a:t>
            </a:r>
            <a:r>
              <a:rPr sz="1250" b="1" spc="-25" dirty="0">
                <a:latin typeface="Times New Roman"/>
                <a:cs typeface="Times New Roman"/>
              </a:rPr>
              <a:t>IDE</a:t>
            </a:r>
            <a:endParaRPr sz="1250">
              <a:latin typeface="Times New Roman"/>
              <a:cs typeface="Times New Roman"/>
            </a:endParaRPr>
          </a:p>
          <a:p>
            <a:pPr marL="12700" marR="1623695">
              <a:lnSpc>
                <a:spcPct val="101299"/>
              </a:lnSpc>
              <a:spcBef>
                <a:spcPts val="10"/>
              </a:spcBef>
            </a:pPr>
            <a:r>
              <a:rPr sz="1150" dirty="0">
                <a:latin typeface="Times New Roman"/>
                <a:cs typeface="Times New Roman"/>
              </a:rPr>
              <a:t>XAMPP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Local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environment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(Apache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MySQL) </a:t>
            </a:r>
            <a:r>
              <a:rPr sz="1150" dirty="0">
                <a:latin typeface="Times New Roman"/>
                <a:cs typeface="Times New Roman"/>
              </a:rPr>
              <a:t>VS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/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Notepad++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Code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editor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 PHP, HTML,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25" dirty="0">
                <a:latin typeface="Times New Roman"/>
                <a:cs typeface="Times New Roman"/>
              </a:rPr>
              <a:t>CSS </a:t>
            </a:r>
            <a:r>
              <a:rPr sz="1150" dirty="0">
                <a:latin typeface="Times New Roman"/>
                <a:cs typeface="Times New Roman"/>
              </a:rPr>
              <a:t>phpMyAdmin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management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dirty="0">
                <a:latin typeface="Times New Roman"/>
                <a:cs typeface="Times New Roman"/>
              </a:rPr>
              <a:t>Web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Browser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(Chrome/Edge)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Running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application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b="1" dirty="0">
                <a:latin typeface="Times New Roman"/>
                <a:cs typeface="Times New Roman"/>
              </a:rPr>
              <a:t>Web</a:t>
            </a:r>
            <a:r>
              <a:rPr sz="1250" b="1" spc="-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Server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Apache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HTTP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Server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(XAMPP)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deploy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run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PHP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application </a:t>
            </a:r>
            <a:r>
              <a:rPr sz="1150" spc="-10" dirty="0">
                <a:latin typeface="Times New Roman"/>
                <a:cs typeface="Times New Roman"/>
              </a:rPr>
              <a:t>locally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50" b="1" dirty="0">
                <a:latin typeface="Times New Roman"/>
                <a:cs typeface="Times New Roman"/>
              </a:rPr>
              <a:t>Other</a:t>
            </a:r>
            <a:r>
              <a:rPr sz="1250" b="1" spc="-2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Technologies</a:t>
            </a:r>
            <a:endParaRPr sz="1250">
              <a:latin typeface="Times New Roman"/>
              <a:cs typeface="Times New Roman"/>
            </a:endParaRPr>
          </a:p>
          <a:p>
            <a:pPr marL="12700" marR="1513840">
              <a:lnSpc>
                <a:spcPct val="101699"/>
              </a:lnSpc>
            </a:pPr>
            <a:r>
              <a:rPr sz="1150" dirty="0">
                <a:latin typeface="Times New Roman"/>
                <a:cs typeface="Times New Roman"/>
              </a:rPr>
              <a:t>HTTP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Protocol – </a:t>
            </a:r>
            <a:r>
              <a:rPr sz="1150" spc="-10" dirty="0">
                <a:latin typeface="Times New Roman"/>
                <a:cs typeface="Times New Roman"/>
              </a:rPr>
              <a:t>Communication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between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client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server </a:t>
            </a:r>
            <a:r>
              <a:rPr sz="1150" dirty="0">
                <a:latin typeface="Times New Roman"/>
                <a:cs typeface="Times New Roman"/>
              </a:rPr>
              <a:t>CRUD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Operations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Create,</a:t>
            </a:r>
            <a:r>
              <a:rPr sz="1150" spc="-4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Read,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Delete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operations </a:t>
            </a:r>
            <a:r>
              <a:rPr sz="1150" dirty="0">
                <a:latin typeface="Times New Roman"/>
                <a:cs typeface="Times New Roman"/>
              </a:rPr>
              <a:t>Form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Handling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–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Collecting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user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input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storing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data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1291" y="4259579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7595"/>
                </a:lnTo>
                <a:lnTo>
                  <a:pt x="196595" y="566927"/>
                </a:lnTo>
                <a:lnTo>
                  <a:pt x="155447" y="548639"/>
                </a:lnTo>
                <a:lnTo>
                  <a:pt x="117347" y="525779"/>
                </a:lnTo>
                <a:lnTo>
                  <a:pt x="83819" y="496823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4"/>
                </a:lnTo>
                <a:lnTo>
                  <a:pt x="3047" y="338327"/>
                </a:lnTo>
                <a:lnTo>
                  <a:pt x="0" y="289560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60"/>
                </a:lnTo>
                <a:lnTo>
                  <a:pt x="574547" y="338327"/>
                </a:lnTo>
                <a:lnTo>
                  <a:pt x="563879" y="382524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6823"/>
                </a:lnTo>
                <a:lnTo>
                  <a:pt x="460247" y="525779"/>
                </a:lnTo>
                <a:lnTo>
                  <a:pt x="422147" y="548639"/>
                </a:lnTo>
                <a:lnTo>
                  <a:pt x="380999" y="566927"/>
                </a:lnTo>
                <a:lnTo>
                  <a:pt x="335280" y="57759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0224" y="4402127"/>
            <a:ext cx="14224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150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226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" y="2705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1555" y="2771796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555" y="238319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500" y="309676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7019" y="316193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500" y="34869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1555" y="35505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500" y="387705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67019" y="394075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1500" y="4911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8534" y="4978590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1500" y="5301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7019" y="5368702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04544"/>
            <a:ext cx="548639" cy="140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368" y="1376915"/>
            <a:ext cx="1209040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1.</a:t>
            </a:r>
            <a:r>
              <a:rPr sz="1250" b="1" spc="-7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Admin</a:t>
            </a:r>
            <a:r>
              <a:rPr sz="1250" b="1" spc="4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24280" y="962761"/>
            <a:ext cx="41687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8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4434" y="1570971"/>
            <a:ext cx="4911090" cy="5575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admin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administrator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add,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update, and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delete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details. </a:t>
            </a:r>
            <a:r>
              <a:rPr sz="1150" dirty="0">
                <a:latin typeface="Times New Roman"/>
                <a:cs typeface="Times New Roman"/>
              </a:rPr>
              <a:t>Admin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view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registrations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information.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controls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overall system</a:t>
            </a:r>
            <a:r>
              <a:rPr sz="1150" spc="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maintains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4368" y="2283765"/>
            <a:ext cx="3912235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2.</a:t>
            </a:r>
            <a:r>
              <a:rPr sz="1250" b="1" spc="-1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Student</a:t>
            </a:r>
            <a:r>
              <a:rPr sz="1250" b="1" spc="4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 marR="317500">
              <a:lnSpc>
                <a:spcPct val="100899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view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available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events. </a:t>
            </a:r>
            <a:r>
              <a:rPr sz="1150" dirty="0">
                <a:latin typeface="Times New Roman"/>
                <a:cs typeface="Times New Roman"/>
              </a:rPr>
              <a:t>Students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can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select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fill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registration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20" dirty="0">
                <a:latin typeface="Times New Roman"/>
                <a:cs typeface="Times New Roman"/>
              </a:rPr>
              <a:t>form.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helps students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participate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campus</a:t>
            </a:r>
            <a:r>
              <a:rPr sz="1150" spc="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events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easily.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4368" y="3193561"/>
            <a:ext cx="3577590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3.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Event</a:t>
            </a:r>
            <a:r>
              <a:rPr sz="1250" b="1" spc="7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Management</a:t>
            </a:r>
            <a:r>
              <a:rPr sz="1250" b="1" spc="95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used 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create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details.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ts val="1400"/>
              </a:lnSpc>
              <a:spcBef>
                <a:spcPts val="40"/>
              </a:spcBef>
            </a:pP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name,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date,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time,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location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database.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helps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organizing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scheduling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campus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events.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4368" y="4101884"/>
            <a:ext cx="4604385" cy="75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4. Registration</a:t>
            </a:r>
            <a:r>
              <a:rPr sz="1250" b="1" spc="10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allows</a:t>
            </a:r>
            <a:r>
              <a:rPr sz="1150" spc="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students</a:t>
            </a:r>
            <a:r>
              <a:rPr sz="1150" spc="-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to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register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events.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01699"/>
              </a:lnSpc>
            </a:pPr>
            <a:r>
              <a:rPr sz="1150" dirty="0">
                <a:latin typeface="Times New Roman"/>
                <a:cs typeface="Times New Roman"/>
              </a:rPr>
              <a:t>Student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details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like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name,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email,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phone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number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are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in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database.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confirms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successful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registration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after</a:t>
            </a:r>
            <a:r>
              <a:rPr sz="1150" spc="-6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form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submission.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4368" y="5010198"/>
            <a:ext cx="4268470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latin typeface="Times New Roman"/>
                <a:cs typeface="Times New Roman"/>
              </a:rPr>
              <a:t>5.</a:t>
            </a:r>
            <a:r>
              <a:rPr sz="1250" b="1" spc="-5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Database</a:t>
            </a:r>
            <a:r>
              <a:rPr sz="1250" b="1" spc="90" dirty="0">
                <a:latin typeface="Times New Roman"/>
                <a:cs typeface="Times New Roman"/>
              </a:rPr>
              <a:t> </a:t>
            </a:r>
            <a:r>
              <a:rPr sz="1250" b="1" dirty="0">
                <a:latin typeface="Times New Roman"/>
                <a:cs typeface="Times New Roman"/>
              </a:rPr>
              <a:t>Management</a:t>
            </a:r>
            <a:r>
              <a:rPr sz="1250" b="1" spc="100" dirty="0">
                <a:latin typeface="Times New Roman"/>
                <a:cs typeface="Times New Roman"/>
              </a:rPr>
              <a:t> </a:t>
            </a:r>
            <a:r>
              <a:rPr sz="1250" b="1" spc="-10" dirty="0">
                <a:latin typeface="Times New Roman"/>
                <a:cs typeface="Times New Roman"/>
              </a:rPr>
              <a:t>Module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150" dirty="0">
                <a:latin typeface="Times New Roman"/>
                <a:cs typeface="Times New Roman"/>
              </a:rPr>
              <a:t>This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module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manages</a:t>
            </a:r>
            <a:r>
              <a:rPr sz="1150" spc="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the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database</a:t>
            </a:r>
            <a:r>
              <a:rPr sz="1150" spc="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operations.</a:t>
            </a:r>
            <a:endParaRPr sz="1150">
              <a:latin typeface="Times New Roman"/>
              <a:cs typeface="Times New Roman"/>
            </a:endParaRPr>
          </a:p>
          <a:p>
            <a:pPr marL="12700" marR="5080">
              <a:lnSpc>
                <a:spcPct val="100899"/>
              </a:lnSpc>
              <a:spcBef>
                <a:spcPts val="15"/>
              </a:spcBef>
            </a:pP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stores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retrieves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event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15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registration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from</a:t>
            </a:r>
            <a:r>
              <a:rPr sz="1150" spc="-1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MySQL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database. </a:t>
            </a:r>
            <a:r>
              <a:rPr sz="1150" dirty="0">
                <a:latin typeface="Times New Roman"/>
                <a:cs typeface="Times New Roman"/>
              </a:rPr>
              <a:t>It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ensures</a:t>
            </a:r>
            <a:r>
              <a:rPr sz="1150" spc="-2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data</a:t>
            </a:r>
            <a:r>
              <a:rPr sz="1150" spc="-3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is</a:t>
            </a:r>
            <a:r>
              <a:rPr sz="1150" spc="-2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stored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securely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and</a:t>
            </a:r>
            <a:r>
              <a:rPr sz="1150" spc="-40" dirty="0">
                <a:latin typeface="Times New Roman"/>
                <a:cs typeface="Times New Roman"/>
              </a:rPr>
              <a:t> </a:t>
            </a:r>
            <a:r>
              <a:rPr sz="1150" spc="-10" dirty="0">
                <a:latin typeface="Times New Roman"/>
                <a:cs typeface="Times New Roman"/>
              </a:rPr>
              <a:t>efficiently.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1291" y="465734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0999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2315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3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2003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2315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0999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7182" y="4799865"/>
            <a:ext cx="146685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5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192786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8226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2706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1555" y="27733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555" y="2381653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309829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67019" y="3161939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1500" y="348843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71555" y="3553624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1500" y="387858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67019" y="3943767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71500" y="426720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1555" y="433237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1500" y="530352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667019" y="5370245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1600"/>
            <a:ext cx="548639" cy="140207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9884664" y="1697735"/>
            <a:ext cx="803275" cy="4357370"/>
          </a:xfrm>
          <a:custGeom>
            <a:avLst/>
            <a:gdLst/>
            <a:ahLst/>
            <a:cxnLst/>
            <a:rect l="l" t="t" r="r" b="b"/>
            <a:pathLst>
              <a:path w="803275" h="4357370">
                <a:moveTo>
                  <a:pt x="803135" y="0"/>
                </a:moveTo>
                <a:lnTo>
                  <a:pt x="793991" y="0"/>
                </a:lnTo>
                <a:lnTo>
                  <a:pt x="781799" y="13716"/>
                </a:lnTo>
                <a:lnTo>
                  <a:pt x="768096" y="38100"/>
                </a:lnTo>
                <a:lnTo>
                  <a:pt x="743699" y="64008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36" y="152400"/>
                </a:lnTo>
                <a:lnTo>
                  <a:pt x="644639" y="190500"/>
                </a:lnTo>
                <a:lnTo>
                  <a:pt x="632460" y="204216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35" y="292608"/>
                </a:lnTo>
                <a:lnTo>
                  <a:pt x="553199" y="330708"/>
                </a:lnTo>
                <a:lnTo>
                  <a:pt x="541020" y="342900"/>
                </a:lnTo>
                <a:lnTo>
                  <a:pt x="509003" y="394716"/>
                </a:lnTo>
                <a:lnTo>
                  <a:pt x="487667" y="419100"/>
                </a:lnTo>
                <a:lnTo>
                  <a:pt x="455663" y="483108"/>
                </a:lnTo>
                <a:lnTo>
                  <a:pt x="446532" y="495300"/>
                </a:lnTo>
                <a:lnTo>
                  <a:pt x="435864" y="521208"/>
                </a:lnTo>
                <a:lnTo>
                  <a:pt x="426720" y="533400"/>
                </a:lnTo>
                <a:lnTo>
                  <a:pt x="416039" y="547116"/>
                </a:lnTo>
                <a:lnTo>
                  <a:pt x="406895" y="571500"/>
                </a:lnTo>
                <a:lnTo>
                  <a:pt x="396227" y="585216"/>
                </a:lnTo>
                <a:lnTo>
                  <a:pt x="323088" y="723900"/>
                </a:lnTo>
                <a:lnTo>
                  <a:pt x="315468" y="749808"/>
                </a:lnTo>
                <a:lnTo>
                  <a:pt x="297167" y="787908"/>
                </a:lnTo>
                <a:lnTo>
                  <a:pt x="289560" y="800100"/>
                </a:lnTo>
                <a:lnTo>
                  <a:pt x="280403" y="826008"/>
                </a:lnTo>
                <a:lnTo>
                  <a:pt x="257556" y="876300"/>
                </a:lnTo>
                <a:lnTo>
                  <a:pt x="248399" y="902208"/>
                </a:lnTo>
                <a:lnTo>
                  <a:pt x="233159" y="940308"/>
                </a:lnTo>
                <a:lnTo>
                  <a:pt x="227063" y="952500"/>
                </a:lnTo>
                <a:lnTo>
                  <a:pt x="204203" y="1016508"/>
                </a:lnTo>
                <a:lnTo>
                  <a:pt x="198120" y="1028700"/>
                </a:lnTo>
                <a:lnTo>
                  <a:pt x="190500" y="1054608"/>
                </a:lnTo>
                <a:lnTo>
                  <a:pt x="184391" y="1066800"/>
                </a:lnTo>
                <a:lnTo>
                  <a:pt x="176771" y="1092708"/>
                </a:lnTo>
                <a:lnTo>
                  <a:pt x="164592" y="1143000"/>
                </a:lnTo>
                <a:lnTo>
                  <a:pt x="158496" y="1143000"/>
                </a:lnTo>
                <a:lnTo>
                  <a:pt x="134099" y="1232916"/>
                </a:lnTo>
                <a:lnTo>
                  <a:pt x="121920" y="1271016"/>
                </a:lnTo>
                <a:lnTo>
                  <a:pt x="117335" y="1295400"/>
                </a:lnTo>
                <a:lnTo>
                  <a:pt x="111239" y="1309116"/>
                </a:lnTo>
                <a:lnTo>
                  <a:pt x="106667" y="1333500"/>
                </a:lnTo>
                <a:lnTo>
                  <a:pt x="100571" y="1347216"/>
                </a:lnTo>
                <a:lnTo>
                  <a:pt x="95999" y="1371600"/>
                </a:lnTo>
                <a:lnTo>
                  <a:pt x="73139" y="1473708"/>
                </a:lnTo>
                <a:lnTo>
                  <a:pt x="63995" y="1524000"/>
                </a:lnTo>
                <a:lnTo>
                  <a:pt x="60960" y="1537716"/>
                </a:lnTo>
                <a:lnTo>
                  <a:pt x="56388" y="1562100"/>
                </a:lnTo>
                <a:lnTo>
                  <a:pt x="53327" y="1575816"/>
                </a:lnTo>
                <a:lnTo>
                  <a:pt x="48768" y="1600200"/>
                </a:lnTo>
                <a:lnTo>
                  <a:pt x="45720" y="1613916"/>
                </a:lnTo>
                <a:lnTo>
                  <a:pt x="39624" y="1664208"/>
                </a:lnTo>
                <a:lnTo>
                  <a:pt x="36563" y="1676400"/>
                </a:lnTo>
                <a:lnTo>
                  <a:pt x="27432" y="1752600"/>
                </a:lnTo>
                <a:lnTo>
                  <a:pt x="24371" y="1766316"/>
                </a:lnTo>
                <a:lnTo>
                  <a:pt x="22860" y="1790700"/>
                </a:lnTo>
                <a:lnTo>
                  <a:pt x="19799" y="1804416"/>
                </a:lnTo>
                <a:lnTo>
                  <a:pt x="18288" y="1828800"/>
                </a:lnTo>
                <a:lnTo>
                  <a:pt x="15227" y="1854708"/>
                </a:lnTo>
                <a:lnTo>
                  <a:pt x="4559" y="1994916"/>
                </a:lnTo>
                <a:lnTo>
                  <a:pt x="4559" y="2019300"/>
                </a:lnTo>
                <a:lnTo>
                  <a:pt x="1524" y="2057400"/>
                </a:lnTo>
                <a:lnTo>
                  <a:pt x="1524" y="2109216"/>
                </a:lnTo>
                <a:lnTo>
                  <a:pt x="0" y="2133600"/>
                </a:lnTo>
                <a:lnTo>
                  <a:pt x="0" y="2209800"/>
                </a:lnTo>
                <a:lnTo>
                  <a:pt x="1524" y="2235708"/>
                </a:lnTo>
                <a:lnTo>
                  <a:pt x="1524" y="2286000"/>
                </a:lnTo>
                <a:lnTo>
                  <a:pt x="4559" y="2324100"/>
                </a:lnTo>
                <a:lnTo>
                  <a:pt x="4559" y="2350008"/>
                </a:lnTo>
                <a:lnTo>
                  <a:pt x="15227" y="2490216"/>
                </a:lnTo>
                <a:lnTo>
                  <a:pt x="18288" y="2514600"/>
                </a:lnTo>
                <a:lnTo>
                  <a:pt x="19799" y="2540508"/>
                </a:lnTo>
                <a:lnTo>
                  <a:pt x="22860" y="2552700"/>
                </a:lnTo>
                <a:lnTo>
                  <a:pt x="27432" y="2604516"/>
                </a:lnTo>
                <a:lnTo>
                  <a:pt x="42659" y="2705100"/>
                </a:lnTo>
                <a:lnTo>
                  <a:pt x="48768" y="2743200"/>
                </a:lnTo>
                <a:lnTo>
                  <a:pt x="56388" y="2781300"/>
                </a:lnTo>
                <a:lnTo>
                  <a:pt x="60960" y="2807208"/>
                </a:lnTo>
                <a:lnTo>
                  <a:pt x="63995" y="2833116"/>
                </a:lnTo>
                <a:lnTo>
                  <a:pt x="91427" y="2947416"/>
                </a:lnTo>
                <a:lnTo>
                  <a:pt x="100571" y="2997708"/>
                </a:lnTo>
                <a:lnTo>
                  <a:pt x="106667" y="3009900"/>
                </a:lnTo>
                <a:lnTo>
                  <a:pt x="111239" y="3035808"/>
                </a:lnTo>
                <a:lnTo>
                  <a:pt x="117335" y="3048000"/>
                </a:lnTo>
                <a:lnTo>
                  <a:pt x="121920" y="3073908"/>
                </a:lnTo>
                <a:lnTo>
                  <a:pt x="170688" y="3238500"/>
                </a:lnTo>
                <a:lnTo>
                  <a:pt x="176771" y="3252216"/>
                </a:lnTo>
                <a:lnTo>
                  <a:pt x="184391" y="3276600"/>
                </a:lnTo>
                <a:lnTo>
                  <a:pt x="190500" y="3290316"/>
                </a:lnTo>
                <a:lnTo>
                  <a:pt x="198120" y="3314700"/>
                </a:lnTo>
                <a:lnTo>
                  <a:pt x="204203" y="3328416"/>
                </a:lnTo>
                <a:lnTo>
                  <a:pt x="227063" y="3390900"/>
                </a:lnTo>
                <a:lnTo>
                  <a:pt x="233159" y="3404616"/>
                </a:lnTo>
                <a:lnTo>
                  <a:pt x="248399" y="3442716"/>
                </a:lnTo>
                <a:lnTo>
                  <a:pt x="257556" y="3467100"/>
                </a:lnTo>
                <a:lnTo>
                  <a:pt x="280403" y="3518916"/>
                </a:lnTo>
                <a:lnTo>
                  <a:pt x="289560" y="3543300"/>
                </a:lnTo>
                <a:lnTo>
                  <a:pt x="297167" y="3557016"/>
                </a:lnTo>
                <a:lnTo>
                  <a:pt x="315468" y="3595116"/>
                </a:lnTo>
                <a:lnTo>
                  <a:pt x="323088" y="3619500"/>
                </a:lnTo>
                <a:lnTo>
                  <a:pt x="332232" y="3633216"/>
                </a:lnTo>
                <a:lnTo>
                  <a:pt x="359664" y="3683520"/>
                </a:lnTo>
                <a:lnTo>
                  <a:pt x="396227" y="3759720"/>
                </a:lnTo>
                <a:lnTo>
                  <a:pt x="406895" y="3771900"/>
                </a:lnTo>
                <a:lnTo>
                  <a:pt x="416039" y="3797820"/>
                </a:lnTo>
                <a:lnTo>
                  <a:pt x="426720" y="3810000"/>
                </a:lnTo>
                <a:lnTo>
                  <a:pt x="435864" y="3835920"/>
                </a:lnTo>
                <a:lnTo>
                  <a:pt x="446532" y="3848100"/>
                </a:lnTo>
                <a:lnTo>
                  <a:pt x="455663" y="3861816"/>
                </a:lnTo>
                <a:lnTo>
                  <a:pt x="476999" y="3899916"/>
                </a:lnTo>
                <a:lnTo>
                  <a:pt x="498335" y="3924300"/>
                </a:lnTo>
                <a:lnTo>
                  <a:pt x="541020" y="4000500"/>
                </a:lnTo>
                <a:lnTo>
                  <a:pt x="553199" y="4026420"/>
                </a:lnTo>
                <a:lnTo>
                  <a:pt x="574535" y="4052316"/>
                </a:lnTo>
                <a:lnTo>
                  <a:pt x="586727" y="4076700"/>
                </a:lnTo>
                <a:lnTo>
                  <a:pt x="597395" y="4090416"/>
                </a:lnTo>
                <a:lnTo>
                  <a:pt x="621792" y="4114800"/>
                </a:lnTo>
                <a:lnTo>
                  <a:pt x="632460" y="4140720"/>
                </a:lnTo>
                <a:lnTo>
                  <a:pt x="656831" y="4166616"/>
                </a:lnTo>
                <a:lnTo>
                  <a:pt x="681228" y="4204716"/>
                </a:lnTo>
                <a:lnTo>
                  <a:pt x="693420" y="4216920"/>
                </a:lnTo>
                <a:lnTo>
                  <a:pt x="717791" y="4255020"/>
                </a:lnTo>
                <a:lnTo>
                  <a:pt x="768096" y="4305300"/>
                </a:lnTo>
                <a:lnTo>
                  <a:pt x="781799" y="4331220"/>
                </a:lnTo>
                <a:lnTo>
                  <a:pt x="793991" y="4343400"/>
                </a:lnTo>
                <a:lnTo>
                  <a:pt x="803135" y="4357116"/>
                </a:lnTo>
                <a:lnTo>
                  <a:pt x="803135" y="3848100"/>
                </a:lnTo>
                <a:lnTo>
                  <a:pt x="793991" y="3835920"/>
                </a:lnTo>
                <a:lnTo>
                  <a:pt x="772668" y="3810000"/>
                </a:lnTo>
                <a:lnTo>
                  <a:pt x="774192" y="3810000"/>
                </a:lnTo>
                <a:lnTo>
                  <a:pt x="763524" y="3797820"/>
                </a:lnTo>
                <a:lnTo>
                  <a:pt x="754367" y="3771900"/>
                </a:lnTo>
                <a:lnTo>
                  <a:pt x="743699" y="3759720"/>
                </a:lnTo>
                <a:lnTo>
                  <a:pt x="745236" y="3759720"/>
                </a:lnTo>
                <a:lnTo>
                  <a:pt x="734568" y="3747516"/>
                </a:lnTo>
                <a:lnTo>
                  <a:pt x="716267" y="3709416"/>
                </a:lnTo>
                <a:lnTo>
                  <a:pt x="697992" y="3683520"/>
                </a:lnTo>
                <a:lnTo>
                  <a:pt x="670560" y="3633216"/>
                </a:lnTo>
                <a:lnTo>
                  <a:pt x="652259" y="3595116"/>
                </a:lnTo>
                <a:lnTo>
                  <a:pt x="653796" y="3595116"/>
                </a:lnTo>
                <a:lnTo>
                  <a:pt x="635495" y="3569220"/>
                </a:lnTo>
                <a:lnTo>
                  <a:pt x="637032" y="3569220"/>
                </a:lnTo>
                <a:lnTo>
                  <a:pt x="618731" y="3531120"/>
                </a:lnTo>
                <a:lnTo>
                  <a:pt x="620268" y="3531120"/>
                </a:lnTo>
                <a:lnTo>
                  <a:pt x="611124" y="3518916"/>
                </a:lnTo>
                <a:lnTo>
                  <a:pt x="603491" y="3505200"/>
                </a:lnTo>
                <a:lnTo>
                  <a:pt x="594360" y="3480816"/>
                </a:lnTo>
                <a:lnTo>
                  <a:pt x="595871" y="3480816"/>
                </a:lnTo>
                <a:lnTo>
                  <a:pt x="586727" y="3467100"/>
                </a:lnTo>
                <a:lnTo>
                  <a:pt x="579120" y="3454920"/>
                </a:lnTo>
                <a:lnTo>
                  <a:pt x="548627" y="3378720"/>
                </a:lnTo>
                <a:lnTo>
                  <a:pt x="541020" y="3366516"/>
                </a:lnTo>
                <a:lnTo>
                  <a:pt x="542531" y="3366516"/>
                </a:lnTo>
                <a:lnTo>
                  <a:pt x="519671" y="3314700"/>
                </a:lnTo>
                <a:lnTo>
                  <a:pt x="521195" y="3314700"/>
                </a:lnTo>
                <a:lnTo>
                  <a:pt x="518160" y="3302520"/>
                </a:lnTo>
                <a:lnTo>
                  <a:pt x="513588" y="3290316"/>
                </a:lnTo>
                <a:lnTo>
                  <a:pt x="513588" y="3302520"/>
                </a:lnTo>
                <a:lnTo>
                  <a:pt x="505968" y="3276600"/>
                </a:lnTo>
                <a:lnTo>
                  <a:pt x="507492" y="3276600"/>
                </a:lnTo>
                <a:lnTo>
                  <a:pt x="499859" y="3264420"/>
                </a:lnTo>
                <a:lnTo>
                  <a:pt x="493763" y="3238500"/>
                </a:lnTo>
                <a:lnTo>
                  <a:pt x="486156" y="3226320"/>
                </a:lnTo>
                <a:lnTo>
                  <a:pt x="487667" y="3226320"/>
                </a:lnTo>
                <a:lnTo>
                  <a:pt x="480060" y="3200400"/>
                </a:lnTo>
                <a:lnTo>
                  <a:pt x="461759" y="3162300"/>
                </a:lnTo>
                <a:lnTo>
                  <a:pt x="449567" y="3124200"/>
                </a:lnTo>
                <a:lnTo>
                  <a:pt x="444995" y="3099816"/>
                </a:lnTo>
                <a:lnTo>
                  <a:pt x="432803" y="3061716"/>
                </a:lnTo>
                <a:lnTo>
                  <a:pt x="428231" y="3048000"/>
                </a:lnTo>
                <a:lnTo>
                  <a:pt x="425196" y="3035808"/>
                </a:lnTo>
                <a:lnTo>
                  <a:pt x="422135" y="3023616"/>
                </a:lnTo>
                <a:lnTo>
                  <a:pt x="422135" y="3035808"/>
                </a:lnTo>
                <a:lnTo>
                  <a:pt x="417563" y="3009900"/>
                </a:lnTo>
                <a:lnTo>
                  <a:pt x="411467" y="2997708"/>
                </a:lnTo>
                <a:lnTo>
                  <a:pt x="412991" y="2997708"/>
                </a:lnTo>
                <a:lnTo>
                  <a:pt x="406895" y="2971800"/>
                </a:lnTo>
                <a:lnTo>
                  <a:pt x="374891" y="2845308"/>
                </a:lnTo>
                <a:lnTo>
                  <a:pt x="371856" y="2819400"/>
                </a:lnTo>
                <a:lnTo>
                  <a:pt x="362699" y="2781300"/>
                </a:lnTo>
                <a:lnTo>
                  <a:pt x="361188" y="2781300"/>
                </a:lnTo>
                <a:lnTo>
                  <a:pt x="359664" y="2769108"/>
                </a:lnTo>
                <a:lnTo>
                  <a:pt x="359664" y="2781300"/>
                </a:lnTo>
                <a:lnTo>
                  <a:pt x="355092" y="2743200"/>
                </a:lnTo>
                <a:lnTo>
                  <a:pt x="352031" y="2743200"/>
                </a:lnTo>
                <a:lnTo>
                  <a:pt x="350520" y="2718816"/>
                </a:lnTo>
                <a:lnTo>
                  <a:pt x="348996" y="2705100"/>
                </a:lnTo>
                <a:lnTo>
                  <a:pt x="348996" y="2718816"/>
                </a:lnTo>
                <a:lnTo>
                  <a:pt x="344424" y="2680716"/>
                </a:lnTo>
                <a:lnTo>
                  <a:pt x="342900" y="2667000"/>
                </a:lnTo>
                <a:lnTo>
                  <a:pt x="342900" y="2680716"/>
                </a:lnTo>
                <a:lnTo>
                  <a:pt x="327660" y="2590800"/>
                </a:lnTo>
                <a:lnTo>
                  <a:pt x="327660" y="2566416"/>
                </a:lnTo>
                <a:lnTo>
                  <a:pt x="326136" y="2552700"/>
                </a:lnTo>
                <a:lnTo>
                  <a:pt x="326136" y="2566416"/>
                </a:lnTo>
                <a:lnTo>
                  <a:pt x="323088" y="2552700"/>
                </a:lnTo>
                <a:lnTo>
                  <a:pt x="323088" y="2528316"/>
                </a:lnTo>
                <a:lnTo>
                  <a:pt x="321564" y="2514600"/>
                </a:lnTo>
                <a:lnTo>
                  <a:pt x="321564" y="2528316"/>
                </a:lnTo>
                <a:lnTo>
                  <a:pt x="318503" y="2514600"/>
                </a:lnTo>
                <a:lnTo>
                  <a:pt x="318503" y="2490216"/>
                </a:lnTo>
                <a:lnTo>
                  <a:pt x="316992" y="2476500"/>
                </a:lnTo>
                <a:lnTo>
                  <a:pt x="315468" y="2464308"/>
                </a:lnTo>
                <a:lnTo>
                  <a:pt x="315468" y="2476500"/>
                </a:lnTo>
                <a:lnTo>
                  <a:pt x="313931" y="2438400"/>
                </a:lnTo>
                <a:lnTo>
                  <a:pt x="310896" y="2426208"/>
                </a:lnTo>
                <a:lnTo>
                  <a:pt x="307835" y="2388108"/>
                </a:lnTo>
                <a:lnTo>
                  <a:pt x="309359" y="2388108"/>
                </a:lnTo>
                <a:lnTo>
                  <a:pt x="304800" y="2324100"/>
                </a:lnTo>
                <a:lnTo>
                  <a:pt x="304800" y="2311908"/>
                </a:lnTo>
                <a:lnTo>
                  <a:pt x="303263" y="2286000"/>
                </a:lnTo>
                <a:lnTo>
                  <a:pt x="303263" y="2273808"/>
                </a:lnTo>
                <a:lnTo>
                  <a:pt x="301739" y="2247900"/>
                </a:lnTo>
                <a:lnTo>
                  <a:pt x="301739" y="2095500"/>
                </a:lnTo>
                <a:lnTo>
                  <a:pt x="303263" y="2071116"/>
                </a:lnTo>
                <a:lnTo>
                  <a:pt x="303263" y="2057400"/>
                </a:lnTo>
                <a:lnTo>
                  <a:pt x="304800" y="2033016"/>
                </a:lnTo>
                <a:lnTo>
                  <a:pt x="304800" y="2019300"/>
                </a:lnTo>
                <a:lnTo>
                  <a:pt x="309359" y="1956816"/>
                </a:lnTo>
                <a:lnTo>
                  <a:pt x="307835" y="1956816"/>
                </a:lnTo>
                <a:lnTo>
                  <a:pt x="310896" y="1918716"/>
                </a:lnTo>
                <a:lnTo>
                  <a:pt x="313931" y="1905000"/>
                </a:lnTo>
                <a:lnTo>
                  <a:pt x="318503" y="1842516"/>
                </a:lnTo>
                <a:lnTo>
                  <a:pt x="321564" y="1828800"/>
                </a:lnTo>
                <a:lnTo>
                  <a:pt x="323088" y="1804416"/>
                </a:lnTo>
                <a:lnTo>
                  <a:pt x="326136" y="1790700"/>
                </a:lnTo>
                <a:lnTo>
                  <a:pt x="327660" y="1766316"/>
                </a:lnTo>
                <a:lnTo>
                  <a:pt x="352031" y="1613916"/>
                </a:lnTo>
                <a:lnTo>
                  <a:pt x="356603" y="1600200"/>
                </a:lnTo>
                <a:lnTo>
                  <a:pt x="355092" y="1600200"/>
                </a:lnTo>
                <a:lnTo>
                  <a:pt x="359664" y="1575816"/>
                </a:lnTo>
                <a:lnTo>
                  <a:pt x="371856" y="1524000"/>
                </a:lnTo>
                <a:lnTo>
                  <a:pt x="374891" y="1499616"/>
                </a:lnTo>
                <a:lnTo>
                  <a:pt x="412991" y="1347216"/>
                </a:lnTo>
                <a:lnTo>
                  <a:pt x="411467" y="1359408"/>
                </a:lnTo>
                <a:lnTo>
                  <a:pt x="414528" y="1347216"/>
                </a:lnTo>
                <a:lnTo>
                  <a:pt x="417563" y="1333500"/>
                </a:lnTo>
                <a:lnTo>
                  <a:pt x="420624" y="1333500"/>
                </a:lnTo>
                <a:lnTo>
                  <a:pt x="422135" y="1321308"/>
                </a:lnTo>
                <a:lnTo>
                  <a:pt x="428231" y="1295400"/>
                </a:lnTo>
                <a:lnTo>
                  <a:pt x="432803" y="1283208"/>
                </a:lnTo>
                <a:lnTo>
                  <a:pt x="444995" y="1245108"/>
                </a:lnTo>
                <a:lnTo>
                  <a:pt x="449567" y="1219200"/>
                </a:lnTo>
                <a:lnTo>
                  <a:pt x="467868" y="1181100"/>
                </a:lnTo>
                <a:lnTo>
                  <a:pt x="480060" y="1143000"/>
                </a:lnTo>
                <a:lnTo>
                  <a:pt x="487667" y="1118616"/>
                </a:lnTo>
                <a:lnTo>
                  <a:pt x="486156" y="1118616"/>
                </a:lnTo>
                <a:lnTo>
                  <a:pt x="493763" y="1104900"/>
                </a:lnTo>
                <a:lnTo>
                  <a:pt x="499859" y="1080516"/>
                </a:lnTo>
                <a:lnTo>
                  <a:pt x="507492" y="1066800"/>
                </a:lnTo>
                <a:lnTo>
                  <a:pt x="505968" y="1066800"/>
                </a:lnTo>
                <a:lnTo>
                  <a:pt x="513588" y="1054608"/>
                </a:lnTo>
                <a:lnTo>
                  <a:pt x="521195" y="1028700"/>
                </a:lnTo>
                <a:lnTo>
                  <a:pt x="519671" y="1028700"/>
                </a:lnTo>
                <a:lnTo>
                  <a:pt x="542531" y="978408"/>
                </a:lnTo>
                <a:lnTo>
                  <a:pt x="541020" y="990600"/>
                </a:lnTo>
                <a:lnTo>
                  <a:pt x="545592" y="978408"/>
                </a:lnTo>
                <a:lnTo>
                  <a:pt x="579120" y="890016"/>
                </a:lnTo>
                <a:lnTo>
                  <a:pt x="579120" y="902208"/>
                </a:lnTo>
                <a:lnTo>
                  <a:pt x="583692" y="890016"/>
                </a:lnTo>
                <a:lnTo>
                  <a:pt x="586727" y="876300"/>
                </a:lnTo>
                <a:lnTo>
                  <a:pt x="595871" y="864108"/>
                </a:lnTo>
                <a:lnTo>
                  <a:pt x="594360" y="864108"/>
                </a:lnTo>
                <a:lnTo>
                  <a:pt x="603491" y="838200"/>
                </a:lnTo>
                <a:lnTo>
                  <a:pt x="611124" y="826008"/>
                </a:lnTo>
                <a:lnTo>
                  <a:pt x="611124" y="838200"/>
                </a:lnTo>
                <a:lnTo>
                  <a:pt x="615696" y="826008"/>
                </a:lnTo>
                <a:lnTo>
                  <a:pt x="620268" y="813816"/>
                </a:lnTo>
                <a:lnTo>
                  <a:pt x="618731" y="813816"/>
                </a:lnTo>
                <a:lnTo>
                  <a:pt x="637032" y="775716"/>
                </a:lnTo>
                <a:lnTo>
                  <a:pt x="635495" y="775716"/>
                </a:lnTo>
                <a:lnTo>
                  <a:pt x="653796" y="749808"/>
                </a:lnTo>
                <a:lnTo>
                  <a:pt x="652259" y="749808"/>
                </a:lnTo>
                <a:lnTo>
                  <a:pt x="670560" y="711708"/>
                </a:lnTo>
                <a:lnTo>
                  <a:pt x="688835" y="685800"/>
                </a:lnTo>
                <a:lnTo>
                  <a:pt x="707136" y="647700"/>
                </a:lnTo>
                <a:lnTo>
                  <a:pt x="711695" y="6477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36" y="585216"/>
                </a:lnTo>
                <a:lnTo>
                  <a:pt x="743699" y="585216"/>
                </a:lnTo>
                <a:lnTo>
                  <a:pt x="754367" y="571500"/>
                </a:lnTo>
                <a:lnTo>
                  <a:pt x="763524" y="559308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509016"/>
                </a:lnTo>
                <a:lnTo>
                  <a:pt x="803135" y="495300"/>
                </a:lnTo>
                <a:lnTo>
                  <a:pt x="803135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IMPLEMENTATION</a:t>
            </a:r>
            <a:r>
              <a:rPr spc="-1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3" name="object 3"/>
          <p:cNvSpPr/>
          <p:nvPr/>
        </p:nvSpPr>
        <p:spPr>
          <a:xfrm>
            <a:off x="431291" y="4663440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3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2523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" y="192938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500" y="231800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1500" y="388315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" y="34930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1731" y="1993052"/>
            <a:ext cx="139065" cy="3560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50" dirty="0">
                <a:solidFill>
                  <a:srgbClr val="001F60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40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1600"/>
            <a:ext cx="548639" cy="1402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884664" y="1697735"/>
            <a:ext cx="803275" cy="4357370"/>
          </a:xfrm>
          <a:custGeom>
            <a:avLst/>
            <a:gdLst/>
            <a:ahLst/>
            <a:cxnLst/>
            <a:rect l="l" t="t" r="r" b="b"/>
            <a:pathLst>
              <a:path w="803275" h="4357370">
                <a:moveTo>
                  <a:pt x="803135" y="0"/>
                </a:moveTo>
                <a:lnTo>
                  <a:pt x="793991" y="0"/>
                </a:lnTo>
                <a:lnTo>
                  <a:pt x="781799" y="13716"/>
                </a:lnTo>
                <a:lnTo>
                  <a:pt x="768096" y="38100"/>
                </a:lnTo>
                <a:lnTo>
                  <a:pt x="743699" y="64008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36" y="152400"/>
                </a:lnTo>
                <a:lnTo>
                  <a:pt x="644639" y="190500"/>
                </a:lnTo>
                <a:lnTo>
                  <a:pt x="632460" y="204216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35" y="292608"/>
                </a:lnTo>
                <a:lnTo>
                  <a:pt x="553199" y="330708"/>
                </a:lnTo>
                <a:lnTo>
                  <a:pt x="541020" y="342900"/>
                </a:lnTo>
                <a:lnTo>
                  <a:pt x="509003" y="394716"/>
                </a:lnTo>
                <a:lnTo>
                  <a:pt x="487667" y="419100"/>
                </a:lnTo>
                <a:lnTo>
                  <a:pt x="455663" y="483108"/>
                </a:lnTo>
                <a:lnTo>
                  <a:pt x="446532" y="495300"/>
                </a:lnTo>
                <a:lnTo>
                  <a:pt x="435864" y="521208"/>
                </a:lnTo>
                <a:lnTo>
                  <a:pt x="426720" y="533400"/>
                </a:lnTo>
                <a:lnTo>
                  <a:pt x="416039" y="547116"/>
                </a:lnTo>
                <a:lnTo>
                  <a:pt x="406895" y="571500"/>
                </a:lnTo>
                <a:lnTo>
                  <a:pt x="396227" y="585216"/>
                </a:lnTo>
                <a:lnTo>
                  <a:pt x="323088" y="723900"/>
                </a:lnTo>
                <a:lnTo>
                  <a:pt x="315468" y="749808"/>
                </a:lnTo>
                <a:lnTo>
                  <a:pt x="297167" y="787908"/>
                </a:lnTo>
                <a:lnTo>
                  <a:pt x="289560" y="800100"/>
                </a:lnTo>
                <a:lnTo>
                  <a:pt x="280403" y="826008"/>
                </a:lnTo>
                <a:lnTo>
                  <a:pt x="257556" y="876300"/>
                </a:lnTo>
                <a:lnTo>
                  <a:pt x="248399" y="902208"/>
                </a:lnTo>
                <a:lnTo>
                  <a:pt x="233159" y="940308"/>
                </a:lnTo>
                <a:lnTo>
                  <a:pt x="227063" y="952500"/>
                </a:lnTo>
                <a:lnTo>
                  <a:pt x="204203" y="1016508"/>
                </a:lnTo>
                <a:lnTo>
                  <a:pt x="198120" y="1028700"/>
                </a:lnTo>
                <a:lnTo>
                  <a:pt x="190500" y="1054608"/>
                </a:lnTo>
                <a:lnTo>
                  <a:pt x="184391" y="1066800"/>
                </a:lnTo>
                <a:lnTo>
                  <a:pt x="176771" y="1092708"/>
                </a:lnTo>
                <a:lnTo>
                  <a:pt x="164592" y="1143000"/>
                </a:lnTo>
                <a:lnTo>
                  <a:pt x="158496" y="1143000"/>
                </a:lnTo>
                <a:lnTo>
                  <a:pt x="134099" y="1232916"/>
                </a:lnTo>
                <a:lnTo>
                  <a:pt x="121920" y="1271016"/>
                </a:lnTo>
                <a:lnTo>
                  <a:pt x="117335" y="1295400"/>
                </a:lnTo>
                <a:lnTo>
                  <a:pt x="111239" y="1309116"/>
                </a:lnTo>
                <a:lnTo>
                  <a:pt x="106667" y="1333500"/>
                </a:lnTo>
                <a:lnTo>
                  <a:pt x="100571" y="1347216"/>
                </a:lnTo>
                <a:lnTo>
                  <a:pt x="95999" y="1371600"/>
                </a:lnTo>
                <a:lnTo>
                  <a:pt x="73139" y="1473708"/>
                </a:lnTo>
                <a:lnTo>
                  <a:pt x="63995" y="1524000"/>
                </a:lnTo>
                <a:lnTo>
                  <a:pt x="60960" y="1537716"/>
                </a:lnTo>
                <a:lnTo>
                  <a:pt x="56388" y="1562100"/>
                </a:lnTo>
                <a:lnTo>
                  <a:pt x="53327" y="1575816"/>
                </a:lnTo>
                <a:lnTo>
                  <a:pt x="48768" y="1600200"/>
                </a:lnTo>
                <a:lnTo>
                  <a:pt x="45720" y="1613916"/>
                </a:lnTo>
                <a:lnTo>
                  <a:pt x="39624" y="1664208"/>
                </a:lnTo>
                <a:lnTo>
                  <a:pt x="36563" y="1676400"/>
                </a:lnTo>
                <a:lnTo>
                  <a:pt x="27432" y="1752600"/>
                </a:lnTo>
                <a:lnTo>
                  <a:pt x="24371" y="1766316"/>
                </a:lnTo>
                <a:lnTo>
                  <a:pt x="22860" y="1790700"/>
                </a:lnTo>
                <a:lnTo>
                  <a:pt x="19799" y="1804416"/>
                </a:lnTo>
                <a:lnTo>
                  <a:pt x="18288" y="1828800"/>
                </a:lnTo>
                <a:lnTo>
                  <a:pt x="15227" y="1854708"/>
                </a:lnTo>
                <a:lnTo>
                  <a:pt x="4559" y="1994916"/>
                </a:lnTo>
                <a:lnTo>
                  <a:pt x="4559" y="2019300"/>
                </a:lnTo>
                <a:lnTo>
                  <a:pt x="1524" y="2057400"/>
                </a:lnTo>
                <a:lnTo>
                  <a:pt x="1524" y="2109216"/>
                </a:lnTo>
                <a:lnTo>
                  <a:pt x="0" y="2133600"/>
                </a:lnTo>
                <a:lnTo>
                  <a:pt x="0" y="2209800"/>
                </a:lnTo>
                <a:lnTo>
                  <a:pt x="1524" y="2235708"/>
                </a:lnTo>
                <a:lnTo>
                  <a:pt x="1524" y="2286000"/>
                </a:lnTo>
                <a:lnTo>
                  <a:pt x="4559" y="2324100"/>
                </a:lnTo>
                <a:lnTo>
                  <a:pt x="4559" y="2350008"/>
                </a:lnTo>
                <a:lnTo>
                  <a:pt x="15227" y="2490216"/>
                </a:lnTo>
                <a:lnTo>
                  <a:pt x="18288" y="2514600"/>
                </a:lnTo>
                <a:lnTo>
                  <a:pt x="19799" y="2540508"/>
                </a:lnTo>
                <a:lnTo>
                  <a:pt x="22860" y="2552700"/>
                </a:lnTo>
                <a:lnTo>
                  <a:pt x="27432" y="2604516"/>
                </a:lnTo>
                <a:lnTo>
                  <a:pt x="42659" y="2705100"/>
                </a:lnTo>
                <a:lnTo>
                  <a:pt x="48768" y="2743200"/>
                </a:lnTo>
                <a:lnTo>
                  <a:pt x="56388" y="2781300"/>
                </a:lnTo>
                <a:lnTo>
                  <a:pt x="60960" y="2807208"/>
                </a:lnTo>
                <a:lnTo>
                  <a:pt x="63995" y="2833116"/>
                </a:lnTo>
                <a:lnTo>
                  <a:pt x="91427" y="2947416"/>
                </a:lnTo>
                <a:lnTo>
                  <a:pt x="100571" y="2997708"/>
                </a:lnTo>
                <a:lnTo>
                  <a:pt x="106667" y="3009900"/>
                </a:lnTo>
                <a:lnTo>
                  <a:pt x="111239" y="3035808"/>
                </a:lnTo>
                <a:lnTo>
                  <a:pt x="117335" y="3048000"/>
                </a:lnTo>
                <a:lnTo>
                  <a:pt x="121920" y="3073908"/>
                </a:lnTo>
                <a:lnTo>
                  <a:pt x="170688" y="3238500"/>
                </a:lnTo>
                <a:lnTo>
                  <a:pt x="176771" y="3252216"/>
                </a:lnTo>
                <a:lnTo>
                  <a:pt x="184391" y="3276600"/>
                </a:lnTo>
                <a:lnTo>
                  <a:pt x="190500" y="3290316"/>
                </a:lnTo>
                <a:lnTo>
                  <a:pt x="198120" y="3314700"/>
                </a:lnTo>
                <a:lnTo>
                  <a:pt x="204203" y="3328416"/>
                </a:lnTo>
                <a:lnTo>
                  <a:pt x="227063" y="3390900"/>
                </a:lnTo>
                <a:lnTo>
                  <a:pt x="233159" y="3404616"/>
                </a:lnTo>
                <a:lnTo>
                  <a:pt x="248399" y="3442716"/>
                </a:lnTo>
                <a:lnTo>
                  <a:pt x="257556" y="3467100"/>
                </a:lnTo>
                <a:lnTo>
                  <a:pt x="280403" y="3518916"/>
                </a:lnTo>
                <a:lnTo>
                  <a:pt x="289560" y="3543300"/>
                </a:lnTo>
                <a:lnTo>
                  <a:pt x="297167" y="3557016"/>
                </a:lnTo>
                <a:lnTo>
                  <a:pt x="315468" y="3595116"/>
                </a:lnTo>
                <a:lnTo>
                  <a:pt x="323088" y="3619500"/>
                </a:lnTo>
                <a:lnTo>
                  <a:pt x="332232" y="3633216"/>
                </a:lnTo>
                <a:lnTo>
                  <a:pt x="359664" y="3683520"/>
                </a:lnTo>
                <a:lnTo>
                  <a:pt x="396227" y="3759720"/>
                </a:lnTo>
                <a:lnTo>
                  <a:pt x="406895" y="3771900"/>
                </a:lnTo>
                <a:lnTo>
                  <a:pt x="416039" y="3797820"/>
                </a:lnTo>
                <a:lnTo>
                  <a:pt x="426720" y="3810000"/>
                </a:lnTo>
                <a:lnTo>
                  <a:pt x="435864" y="3835920"/>
                </a:lnTo>
                <a:lnTo>
                  <a:pt x="446532" y="3848100"/>
                </a:lnTo>
                <a:lnTo>
                  <a:pt x="455663" y="3861816"/>
                </a:lnTo>
                <a:lnTo>
                  <a:pt x="476999" y="3899916"/>
                </a:lnTo>
                <a:lnTo>
                  <a:pt x="498335" y="3924300"/>
                </a:lnTo>
                <a:lnTo>
                  <a:pt x="541020" y="4000500"/>
                </a:lnTo>
                <a:lnTo>
                  <a:pt x="553199" y="4026420"/>
                </a:lnTo>
                <a:lnTo>
                  <a:pt x="574535" y="4052316"/>
                </a:lnTo>
                <a:lnTo>
                  <a:pt x="586727" y="4076700"/>
                </a:lnTo>
                <a:lnTo>
                  <a:pt x="597395" y="4090416"/>
                </a:lnTo>
                <a:lnTo>
                  <a:pt x="621792" y="4114800"/>
                </a:lnTo>
                <a:lnTo>
                  <a:pt x="632460" y="4140720"/>
                </a:lnTo>
                <a:lnTo>
                  <a:pt x="656831" y="4166616"/>
                </a:lnTo>
                <a:lnTo>
                  <a:pt x="681228" y="4204716"/>
                </a:lnTo>
                <a:lnTo>
                  <a:pt x="693420" y="4216920"/>
                </a:lnTo>
                <a:lnTo>
                  <a:pt x="717791" y="4255020"/>
                </a:lnTo>
                <a:lnTo>
                  <a:pt x="768096" y="4305300"/>
                </a:lnTo>
                <a:lnTo>
                  <a:pt x="781799" y="4331220"/>
                </a:lnTo>
                <a:lnTo>
                  <a:pt x="793991" y="4343400"/>
                </a:lnTo>
                <a:lnTo>
                  <a:pt x="803135" y="4357116"/>
                </a:lnTo>
                <a:lnTo>
                  <a:pt x="803135" y="3848100"/>
                </a:lnTo>
                <a:lnTo>
                  <a:pt x="793991" y="3835920"/>
                </a:lnTo>
                <a:lnTo>
                  <a:pt x="772668" y="3810000"/>
                </a:lnTo>
                <a:lnTo>
                  <a:pt x="774192" y="3810000"/>
                </a:lnTo>
                <a:lnTo>
                  <a:pt x="763524" y="3797820"/>
                </a:lnTo>
                <a:lnTo>
                  <a:pt x="754367" y="3771900"/>
                </a:lnTo>
                <a:lnTo>
                  <a:pt x="743699" y="3759720"/>
                </a:lnTo>
                <a:lnTo>
                  <a:pt x="745236" y="3759720"/>
                </a:lnTo>
                <a:lnTo>
                  <a:pt x="734568" y="3747516"/>
                </a:lnTo>
                <a:lnTo>
                  <a:pt x="716267" y="3709416"/>
                </a:lnTo>
                <a:lnTo>
                  <a:pt x="697992" y="3683520"/>
                </a:lnTo>
                <a:lnTo>
                  <a:pt x="670560" y="3633216"/>
                </a:lnTo>
                <a:lnTo>
                  <a:pt x="652259" y="3595116"/>
                </a:lnTo>
                <a:lnTo>
                  <a:pt x="653796" y="3595116"/>
                </a:lnTo>
                <a:lnTo>
                  <a:pt x="635495" y="3569220"/>
                </a:lnTo>
                <a:lnTo>
                  <a:pt x="637032" y="3569220"/>
                </a:lnTo>
                <a:lnTo>
                  <a:pt x="618731" y="3531120"/>
                </a:lnTo>
                <a:lnTo>
                  <a:pt x="620268" y="3531120"/>
                </a:lnTo>
                <a:lnTo>
                  <a:pt x="611124" y="3518916"/>
                </a:lnTo>
                <a:lnTo>
                  <a:pt x="603491" y="3505200"/>
                </a:lnTo>
                <a:lnTo>
                  <a:pt x="594360" y="3480816"/>
                </a:lnTo>
                <a:lnTo>
                  <a:pt x="595871" y="3480816"/>
                </a:lnTo>
                <a:lnTo>
                  <a:pt x="586727" y="3467100"/>
                </a:lnTo>
                <a:lnTo>
                  <a:pt x="579120" y="3454920"/>
                </a:lnTo>
                <a:lnTo>
                  <a:pt x="548627" y="3378720"/>
                </a:lnTo>
                <a:lnTo>
                  <a:pt x="541020" y="3366516"/>
                </a:lnTo>
                <a:lnTo>
                  <a:pt x="542531" y="3366516"/>
                </a:lnTo>
                <a:lnTo>
                  <a:pt x="519671" y="3314700"/>
                </a:lnTo>
                <a:lnTo>
                  <a:pt x="521195" y="3314700"/>
                </a:lnTo>
                <a:lnTo>
                  <a:pt x="518160" y="3302520"/>
                </a:lnTo>
                <a:lnTo>
                  <a:pt x="513588" y="3290316"/>
                </a:lnTo>
                <a:lnTo>
                  <a:pt x="513588" y="3302520"/>
                </a:lnTo>
                <a:lnTo>
                  <a:pt x="505968" y="3276600"/>
                </a:lnTo>
                <a:lnTo>
                  <a:pt x="507492" y="3276600"/>
                </a:lnTo>
                <a:lnTo>
                  <a:pt x="499859" y="3264420"/>
                </a:lnTo>
                <a:lnTo>
                  <a:pt x="493763" y="3238500"/>
                </a:lnTo>
                <a:lnTo>
                  <a:pt x="486156" y="3226320"/>
                </a:lnTo>
                <a:lnTo>
                  <a:pt x="487667" y="3226320"/>
                </a:lnTo>
                <a:lnTo>
                  <a:pt x="480060" y="3200400"/>
                </a:lnTo>
                <a:lnTo>
                  <a:pt x="461759" y="3162300"/>
                </a:lnTo>
                <a:lnTo>
                  <a:pt x="449567" y="3124200"/>
                </a:lnTo>
                <a:lnTo>
                  <a:pt x="444995" y="3099816"/>
                </a:lnTo>
                <a:lnTo>
                  <a:pt x="432803" y="3061716"/>
                </a:lnTo>
                <a:lnTo>
                  <a:pt x="428231" y="3048000"/>
                </a:lnTo>
                <a:lnTo>
                  <a:pt x="425196" y="3035808"/>
                </a:lnTo>
                <a:lnTo>
                  <a:pt x="422135" y="3023616"/>
                </a:lnTo>
                <a:lnTo>
                  <a:pt x="422135" y="3035808"/>
                </a:lnTo>
                <a:lnTo>
                  <a:pt x="417563" y="3009900"/>
                </a:lnTo>
                <a:lnTo>
                  <a:pt x="411467" y="2997708"/>
                </a:lnTo>
                <a:lnTo>
                  <a:pt x="412991" y="2997708"/>
                </a:lnTo>
                <a:lnTo>
                  <a:pt x="406895" y="2971800"/>
                </a:lnTo>
                <a:lnTo>
                  <a:pt x="374891" y="2845308"/>
                </a:lnTo>
                <a:lnTo>
                  <a:pt x="371856" y="2819400"/>
                </a:lnTo>
                <a:lnTo>
                  <a:pt x="362699" y="2781300"/>
                </a:lnTo>
                <a:lnTo>
                  <a:pt x="361188" y="2781300"/>
                </a:lnTo>
                <a:lnTo>
                  <a:pt x="359664" y="2769108"/>
                </a:lnTo>
                <a:lnTo>
                  <a:pt x="359664" y="2781300"/>
                </a:lnTo>
                <a:lnTo>
                  <a:pt x="355092" y="2743200"/>
                </a:lnTo>
                <a:lnTo>
                  <a:pt x="352031" y="2743200"/>
                </a:lnTo>
                <a:lnTo>
                  <a:pt x="350520" y="2718816"/>
                </a:lnTo>
                <a:lnTo>
                  <a:pt x="348996" y="2705100"/>
                </a:lnTo>
                <a:lnTo>
                  <a:pt x="348996" y="2718816"/>
                </a:lnTo>
                <a:lnTo>
                  <a:pt x="344424" y="2680716"/>
                </a:lnTo>
                <a:lnTo>
                  <a:pt x="342900" y="2667000"/>
                </a:lnTo>
                <a:lnTo>
                  <a:pt x="342900" y="2680716"/>
                </a:lnTo>
                <a:lnTo>
                  <a:pt x="327660" y="2590800"/>
                </a:lnTo>
                <a:lnTo>
                  <a:pt x="327660" y="2566416"/>
                </a:lnTo>
                <a:lnTo>
                  <a:pt x="326136" y="2552700"/>
                </a:lnTo>
                <a:lnTo>
                  <a:pt x="326136" y="2566416"/>
                </a:lnTo>
                <a:lnTo>
                  <a:pt x="323088" y="2552700"/>
                </a:lnTo>
                <a:lnTo>
                  <a:pt x="323088" y="2528316"/>
                </a:lnTo>
                <a:lnTo>
                  <a:pt x="321564" y="2514600"/>
                </a:lnTo>
                <a:lnTo>
                  <a:pt x="321564" y="2528316"/>
                </a:lnTo>
                <a:lnTo>
                  <a:pt x="318503" y="2514600"/>
                </a:lnTo>
                <a:lnTo>
                  <a:pt x="318503" y="2490216"/>
                </a:lnTo>
                <a:lnTo>
                  <a:pt x="316992" y="2476500"/>
                </a:lnTo>
                <a:lnTo>
                  <a:pt x="315468" y="2464308"/>
                </a:lnTo>
                <a:lnTo>
                  <a:pt x="315468" y="2476500"/>
                </a:lnTo>
                <a:lnTo>
                  <a:pt x="313931" y="2438400"/>
                </a:lnTo>
                <a:lnTo>
                  <a:pt x="310896" y="2426208"/>
                </a:lnTo>
                <a:lnTo>
                  <a:pt x="307835" y="2388108"/>
                </a:lnTo>
                <a:lnTo>
                  <a:pt x="309359" y="2388108"/>
                </a:lnTo>
                <a:lnTo>
                  <a:pt x="304800" y="2324100"/>
                </a:lnTo>
                <a:lnTo>
                  <a:pt x="304800" y="2311908"/>
                </a:lnTo>
                <a:lnTo>
                  <a:pt x="303263" y="2286000"/>
                </a:lnTo>
                <a:lnTo>
                  <a:pt x="303263" y="2273808"/>
                </a:lnTo>
                <a:lnTo>
                  <a:pt x="301739" y="2247900"/>
                </a:lnTo>
                <a:lnTo>
                  <a:pt x="301739" y="2095500"/>
                </a:lnTo>
                <a:lnTo>
                  <a:pt x="303263" y="2071116"/>
                </a:lnTo>
                <a:lnTo>
                  <a:pt x="303263" y="2057400"/>
                </a:lnTo>
                <a:lnTo>
                  <a:pt x="304800" y="2033016"/>
                </a:lnTo>
                <a:lnTo>
                  <a:pt x="304800" y="2019300"/>
                </a:lnTo>
                <a:lnTo>
                  <a:pt x="309359" y="1956816"/>
                </a:lnTo>
                <a:lnTo>
                  <a:pt x="307835" y="1956816"/>
                </a:lnTo>
                <a:lnTo>
                  <a:pt x="310896" y="1918716"/>
                </a:lnTo>
                <a:lnTo>
                  <a:pt x="313931" y="1905000"/>
                </a:lnTo>
                <a:lnTo>
                  <a:pt x="318503" y="1842516"/>
                </a:lnTo>
                <a:lnTo>
                  <a:pt x="321564" y="1828800"/>
                </a:lnTo>
                <a:lnTo>
                  <a:pt x="323088" y="1804416"/>
                </a:lnTo>
                <a:lnTo>
                  <a:pt x="326136" y="1790700"/>
                </a:lnTo>
                <a:lnTo>
                  <a:pt x="327660" y="1766316"/>
                </a:lnTo>
                <a:lnTo>
                  <a:pt x="352031" y="1613916"/>
                </a:lnTo>
                <a:lnTo>
                  <a:pt x="356603" y="1600200"/>
                </a:lnTo>
                <a:lnTo>
                  <a:pt x="355092" y="1600200"/>
                </a:lnTo>
                <a:lnTo>
                  <a:pt x="359664" y="1575816"/>
                </a:lnTo>
                <a:lnTo>
                  <a:pt x="371856" y="1524000"/>
                </a:lnTo>
                <a:lnTo>
                  <a:pt x="374891" y="1499616"/>
                </a:lnTo>
                <a:lnTo>
                  <a:pt x="412991" y="1347216"/>
                </a:lnTo>
                <a:lnTo>
                  <a:pt x="411467" y="1359408"/>
                </a:lnTo>
                <a:lnTo>
                  <a:pt x="414528" y="1347216"/>
                </a:lnTo>
                <a:lnTo>
                  <a:pt x="417563" y="1333500"/>
                </a:lnTo>
                <a:lnTo>
                  <a:pt x="420624" y="1333500"/>
                </a:lnTo>
                <a:lnTo>
                  <a:pt x="422135" y="1321308"/>
                </a:lnTo>
                <a:lnTo>
                  <a:pt x="428231" y="1295400"/>
                </a:lnTo>
                <a:lnTo>
                  <a:pt x="432803" y="1283208"/>
                </a:lnTo>
                <a:lnTo>
                  <a:pt x="444995" y="1245108"/>
                </a:lnTo>
                <a:lnTo>
                  <a:pt x="449567" y="1219200"/>
                </a:lnTo>
                <a:lnTo>
                  <a:pt x="467868" y="1181100"/>
                </a:lnTo>
                <a:lnTo>
                  <a:pt x="480060" y="1143000"/>
                </a:lnTo>
                <a:lnTo>
                  <a:pt x="487667" y="1118616"/>
                </a:lnTo>
                <a:lnTo>
                  <a:pt x="486156" y="1118616"/>
                </a:lnTo>
                <a:lnTo>
                  <a:pt x="493763" y="1104900"/>
                </a:lnTo>
                <a:lnTo>
                  <a:pt x="499859" y="1080516"/>
                </a:lnTo>
                <a:lnTo>
                  <a:pt x="507492" y="1066800"/>
                </a:lnTo>
                <a:lnTo>
                  <a:pt x="505968" y="1066800"/>
                </a:lnTo>
                <a:lnTo>
                  <a:pt x="513588" y="1054608"/>
                </a:lnTo>
                <a:lnTo>
                  <a:pt x="521195" y="1028700"/>
                </a:lnTo>
                <a:lnTo>
                  <a:pt x="519671" y="1028700"/>
                </a:lnTo>
                <a:lnTo>
                  <a:pt x="542531" y="978408"/>
                </a:lnTo>
                <a:lnTo>
                  <a:pt x="541020" y="990600"/>
                </a:lnTo>
                <a:lnTo>
                  <a:pt x="545592" y="978408"/>
                </a:lnTo>
                <a:lnTo>
                  <a:pt x="579120" y="890016"/>
                </a:lnTo>
                <a:lnTo>
                  <a:pt x="579120" y="902208"/>
                </a:lnTo>
                <a:lnTo>
                  <a:pt x="583692" y="890016"/>
                </a:lnTo>
                <a:lnTo>
                  <a:pt x="586727" y="876300"/>
                </a:lnTo>
                <a:lnTo>
                  <a:pt x="595871" y="864108"/>
                </a:lnTo>
                <a:lnTo>
                  <a:pt x="594360" y="864108"/>
                </a:lnTo>
                <a:lnTo>
                  <a:pt x="603491" y="838200"/>
                </a:lnTo>
                <a:lnTo>
                  <a:pt x="611124" y="826008"/>
                </a:lnTo>
                <a:lnTo>
                  <a:pt x="611124" y="838200"/>
                </a:lnTo>
                <a:lnTo>
                  <a:pt x="615696" y="826008"/>
                </a:lnTo>
                <a:lnTo>
                  <a:pt x="620268" y="813816"/>
                </a:lnTo>
                <a:lnTo>
                  <a:pt x="618731" y="813816"/>
                </a:lnTo>
                <a:lnTo>
                  <a:pt x="637032" y="775716"/>
                </a:lnTo>
                <a:lnTo>
                  <a:pt x="635495" y="775716"/>
                </a:lnTo>
                <a:lnTo>
                  <a:pt x="653796" y="749808"/>
                </a:lnTo>
                <a:lnTo>
                  <a:pt x="652259" y="749808"/>
                </a:lnTo>
                <a:lnTo>
                  <a:pt x="670560" y="711708"/>
                </a:lnTo>
                <a:lnTo>
                  <a:pt x="688835" y="685800"/>
                </a:lnTo>
                <a:lnTo>
                  <a:pt x="707136" y="647700"/>
                </a:lnTo>
                <a:lnTo>
                  <a:pt x="711695" y="6477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36" y="585216"/>
                </a:lnTo>
                <a:lnTo>
                  <a:pt x="743699" y="585216"/>
                </a:lnTo>
                <a:lnTo>
                  <a:pt x="754367" y="571500"/>
                </a:lnTo>
                <a:lnTo>
                  <a:pt x="763524" y="559308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509016"/>
                </a:lnTo>
                <a:lnTo>
                  <a:pt x="803135" y="495300"/>
                </a:lnTo>
                <a:lnTo>
                  <a:pt x="803135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22932" y="2244851"/>
            <a:ext cx="6397751" cy="36225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1500" y="53065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IMPLEMENTATION</a:t>
            </a:r>
            <a:r>
              <a:rPr spc="-1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4" name="object 4"/>
          <p:cNvSpPr/>
          <p:nvPr/>
        </p:nvSpPr>
        <p:spPr>
          <a:xfrm>
            <a:off x="431291" y="4663440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6595" y="565403"/>
                </a:lnTo>
                <a:lnTo>
                  <a:pt x="155447" y="547115"/>
                </a:lnTo>
                <a:lnTo>
                  <a:pt x="117347" y="524255"/>
                </a:lnTo>
                <a:lnTo>
                  <a:pt x="83819" y="495299"/>
                </a:lnTo>
                <a:lnTo>
                  <a:pt x="54864" y="461771"/>
                </a:lnTo>
                <a:lnTo>
                  <a:pt x="32003" y="423671"/>
                </a:lnTo>
                <a:lnTo>
                  <a:pt x="13716" y="382523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3839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3528"/>
                </a:lnTo>
                <a:lnTo>
                  <a:pt x="196595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5280" y="4571"/>
                </a:lnTo>
                <a:lnTo>
                  <a:pt x="380999" y="15239"/>
                </a:lnTo>
                <a:lnTo>
                  <a:pt x="422147" y="33528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3839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2523"/>
                </a:lnTo>
                <a:lnTo>
                  <a:pt x="545591" y="423671"/>
                </a:lnTo>
                <a:lnTo>
                  <a:pt x="522731" y="461771"/>
                </a:lnTo>
                <a:lnTo>
                  <a:pt x="493776" y="495299"/>
                </a:lnTo>
                <a:lnTo>
                  <a:pt x="460247" y="524255"/>
                </a:lnTo>
                <a:lnTo>
                  <a:pt x="422147" y="547115"/>
                </a:lnTo>
                <a:lnTo>
                  <a:pt x="380999" y="565403"/>
                </a:lnTo>
                <a:lnTo>
                  <a:pt x="335280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500" y="192938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7264"/>
                </a:lnTo>
                <a:lnTo>
                  <a:pt x="27431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1500" y="231800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" y="388315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1500" y="349300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7431" y="64008"/>
                </a:lnTo>
                <a:lnTo>
                  <a:pt x="7619" y="106679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5071" y="307848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9345" y="1993052"/>
            <a:ext cx="417195" cy="355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algn="ctr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6670" algn="ctr">
              <a:lnSpc>
                <a:spcPct val="100000"/>
              </a:lnSpc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b="1" spc="-20" dirty="0">
                <a:solidFill>
                  <a:srgbClr val="001F60"/>
                </a:solidFill>
                <a:latin typeface="Tahoma"/>
                <a:cs typeface="Tahoma"/>
              </a:rPr>
              <a:t>8(A)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1600"/>
            <a:ext cx="548639" cy="14020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9884664" y="1697735"/>
            <a:ext cx="803275" cy="4357370"/>
          </a:xfrm>
          <a:custGeom>
            <a:avLst/>
            <a:gdLst/>
            <a:ahLst/>
            <a:cxnLst/>
            <a:rect l="l" t="t" r="r" b="b"/>
            <a:pathLst>
              <a:path w="803275" h="4357370">
                <a:moveTo>
                  <a:pt x="803135" y="0"/>
                </a:moveTo>
                <a:lnTo>
                  <a:pt x="793991" y="0"/>
                </a:lnTo>
                <a:lnTo>
                  <a:pt x="781799" y="13716"/>
                </a:lnTo>
                <a:lnTo>
                  <a:pt x="768096" y="38100"/>
                </a:lnTo>
                <a:lnTo>
                  <a:pt x="743699" y="64008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36" y="152400"/>
                </a:lnTo>
                <a:lnTo>
                  <a:pt x="644639" y="190500"/>
                </a:lnTo>
                <a:lnTo>
                  <a:pt x="632460" y="204216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35" y="292608"/>
                </a:lnTo>
                <a:lnTo>
                  <a:pt x="553199" y="330708"/>
                </a:lnTo>
                <a:lnTo>
                  <a:pt x="541020" y="342900"/>
                </a:lnTo>
                <a:lnTo>
                  <a:pt x="509003" y="394716"/>
                </a:lnTo>
                <a:lnTo>
                  <a:pt x="487667" y="419100"/>
                </a:lnTo>
                <a:lnTo>
                  <a:pt x="455663" y="483108"/>
                </a:lnTo>
                <a:lnTo>
                  <a:pt x="446532" y="495300"/>
                </a:lnTo>
                <a:lnTo>
                  <a:pt x="435864" y="521208"/>
                </a:lnTo>
                <a:lnTo>
                  <a:pt x="426720" y="533400"/>
                </a:lnTo>
                <a:lnTo>
                  <a:pt x="416039" y="547116"/>
                </a:lnTo>
                <a:lnTo>
                  <a:pt x="406895" y="571500"/>
                </a:lnTo>
                <a:lnTo>
                  <a:pt x="396227" y="585216"/>
                </a:lnTo>
                <a:lnTo>
                  <a:pt x="323088" y="723900"/>
                </a:lnTo>
                <a:lnTo>
                  <a:pt x="315468" y="749808"/>
                </a:lnTo>
                <a:lnTo>
                  <a:pt x="297167" y="787908"/>
                </a:lnTo>
                <a:lnTo>
                  <a:pt x="289560" y="800100"/>
                </a:lnTo>
                <a:lnTo>
                  <a:pt x="280403" y="826008"/>
                </a:lnTo>
                <a:lnTo>
                  <a:pt x="257556" y="876300"/>
                </a:lnTo>
                <a:lnTo>
                  <a:pt x="248399" y="902208"/>
                </a:lnTo>
                <a:lnTo>
                  <a:pt x="233159" y="940308"/>
                </a:lnTo>
                <a:lnTo>
                  <a:pt x="227063" y="952500"/>
                </a:lnTo>
                <a:lnTo>
                  <a:pt x="204203" y="1016508"/>
                </a:lnTo>
                <a:lnTo>
                  <a:pt x="198120" y="1028700"/>
                </a:lnTo>
                <a:lnTo>
                  <a:pt x="190500" y="1054608"/>
                </a:lnTo>
                <a:lnTo>
                  <a:pt x="184391" y="1066800"/>
                </a:lnTo>
                <a:lnTo>
                  <a:pt x="176771" y="1092708"/>
                </a:lnTo>
                <a:lnTo>
                  <a:pt x="164592" y="1143000"/>
                </a:lnTo>
                <a:lnTo>
                  <a:pt x="158496" y="1143000"/>
                </a:lnTo>
                <a:lnTo>
                  <a:pt x="134099" y="1232916"/>
                </a:lnTo>
                <a:lnTo>
                  <a:pt x="121920" y="1271016"/>
                </a:lnTo>
                <a:lnTo>
                  <a:pt x="117335" y="1295400"/>
                </a:lnTo>
                <a:lnTo>
                  <a:pt x="111239" y="1309116"/>
                </a:lnTo>
                <a:lnTo>
                  <a:pt x="106667" y="1333500"/>
                </a:lnTo>
                <a:lnTo>
                  <a:pt x="100571" y="1347216"/>
                </a:lnTo>
                <a:lnTo>
                  <a:pt x="95999" y="1371600"/>
                </a:lnTo>
                <a:lnTo>
                  <a:pt x="73139" y="1473708"/>
                </a:lnTo>
                <a:lnTo>
                  <a:pt x="63995" y="1524000"/>
                </a:lnTo>
                <a:lnTo>
                  <a:pt x="60960" y="1537716"/>
                </a:lnTo>
                <a:lnTo>
                  <a:pt x="56388" y="1562100"/>
                </a:lnTo>
                <a:lnTo>
                  <a:pt x="53327" y="1575816"/>
                </a:lnTo>
                <a:lnTo>
                  <a:pt x="48768" y="1600200"/>
                </a:lnTo>
                <a:lnTo>
                  <a:pt x="45720" y="1613916"/>
                </a:lnTo>
                <a:lnTo>
                  <a:pt x="39624" y="1664208"/>
                </a:lnTo>
                <a:lnTo>
                  <a:pt x="36563" y="1676400"/>
                </a:lnTo>
                <a:lnTo>
                  <a:pt x="27432" y="1752600"/>
                </a:lnTo>
                <a:lnTo>
                  <a:pt x="24371" y="1766316"/>
                </a:lnTo>
                <a:lnTo>
                  <a:pt x="22860" y="1790700"/>
                </a:lnTo>
                <a:lnTo>
                  <a:pt x="19799" y="1804416"/>
                </a:lnTo>
                <a:lnTo>
                  <a:pt x="18288" y="1828800"/>
                </a:lnTo>
                <a:lnTo>
                  <a:pt x="15227" y="1854708"/>
                </a:lnTo>
                <a:lnTo>
                  <a:pt x="4559" y="1994916"/>
                </a:lnTo>
                <a:lnTo>
                  <a:pt x="4559" y="2019300"/>
                </a:lnTo>
                <a:lnTo>
                  <a:pt x="1524" y="2057400"/>
                </a:lnTo>
                <a:lnTo>
                  <a:pt x="1524" y="2109216"/>
                </a:lnTo>
                <a:lnTo>
                  <a:pt x="0" y="2133600"/>
                </a:lnTo>
                <a:lnTo>
                  <a:pt x="0" y="2209800"/>
                </a:lnTo>
                <a:lnTo>
                  <a:pt x="1524" y="2235708"/>
                </a:lnTo>
                <a:lnTo>
                  <a:pt x="1524" y="2286000"/>
                </a:lnTo>
                <a:lnTo>
                  <a:pt x="4559" y="2324100"/>
                </a:lnTo>
                <a:lnTo>
                  <a:pt x="4559" y="2350008"/>
                </a:lnTo>
                <a:lnTo>
                  <a:pt x="15227" y="2490216"/>
                </a:lnTo>
                <a:lnTo>
                  <a:pt x="18288" y="2514600"/>
                </a:lnTo>
                <a:lnTo>
                  <a:pt x="19799" y="2540508"/>
                </a:lnTo>
                <a:lnTo>
                  <a:pt x="22860" y="2552700"/>
                </a:lnTo>
                <a:lnTo>
                  <a:pt x="27432" y="2604516"/>
                </a:lnTo>
                <a:lnTo>
                  <a:pt x="42659" y="2705100"/>
                </a:lnTo>
                <a:lnTo>
                  <a:pt x="48768" y="2743200"/>
                </a:lnTo>
                <a:lnTo>
                  <a:pt x="56388" y="2781300"/>
                </a:lnTo>
                <a:lnTo>
                  <a:pt x="60960" y="2807208"/>
                </a:lnTo>
                <a:lnTo>
                  <a:pt x="63995" y="2833116"/>
                </a:lnTo>
                <a:lnTo>
                  <a:pt x="91427" y="2947416"/>
                </a:lnTo>
                <a:lnTo>
                  <a:pt x="100571" y="2997708"/>
                </a:lnTo>
                <a:lnTo>
                  <a:pt x="106667" y="3009900"/>
                </a:lnTo>
                <a:lnTo>
                  <a:pt x="111239" y="3035808"/>
                </a:lnTo>
                <a:lnTo>
                  <a:pt x="117335" y="3048000"/>
                </a:lnTo>
                <a:lnTo>
                  <a:pt x="121920" y="3073908"/>
                </a:lnTo>
                <a:lnTo>
                  <a:pt x="170688" y="3238500"/>
                </a:lnTo>
                <a:lnTo>
                  <a:pt x="176771" y="3252216"/>
                </a:lnTo>
                <a:lnTo>
                  <a:pt x="184391" y="3276600"/>
                </a:lnTo>
                <a:lnTo>
                  <a:pt x="190500" y="3290316"/>
                </a:lnTo>
                <a:lnTo>
                  <a:pt x="198120" y="3314700"/>
                </a:lnTo>
                <a:lnTo>
                  <a:pt x="204203" y="3328416"/>
                </a:lnTo>
                <a:lnTo>
                  <a:pt x="227063" y="3390900"/>
                </a:lnTo>
                <a:lnTo>
                  <a:pt x="233159" y="3404616"/>
                </a:lnTo>
                <a:lnTo>
                  <a:pt x="248399" y="3442716"/>
                </a:lnTo>
                <a:lnTo>
                  <a:pt x="257556" y="3467100"/>
                </a:lnTo>
                <a:lnTo>
                  <a:pt x="280403" y="3518916"/>
                </a:lnTo>
                <a:lnTo>
                  <a:pt x="289560" y="3543300"/>
                </a:lnTo>
                <a:lnTo>
                  <a:pt x="297167" y="3557016"/>
                </a:lnTo>
                <a:lnTo>
                  <a:pt x="315468" y="3595116"/>
                </a:lnTo>
                <a:lnTo>
                  <a:pt x="323088" y="3619500"/>
                </a:lnTo>
                <a:lnTo>
                  <a:pt x="332232" y="3633216"/>
                </a:lnTo>
                <a:lnTo>
                  <a:pt x="359664" y="3683520"/>
                </a:lnTo>
                <a:lnTo>
                  <a:pt x="396227" y="3759720"/>
                </a:lnTo>
                <a:lnTo>
                  <a:pt x="406895" y="3771900"/>
                </a:lnTo>
                <a:lnTo>
                  <a:pt x="416039" y="3797820"/>
                </a:lnTo>
                <a:lnTo>
                  <a:pt x="426720" y="3810000"/>
                </a:lnTo>
                <a:lnTo>
                  <a:pt x="435864" y="3835920"/>
                </a:lnTo>
                <a:lnTo>
                  <a:pt x="446532" y="3848100"/>
                </a:lnTo>
                <a:lnTo>
                  <a:pt x="455663" y="3861816"/>
                </a:lnTo>
                <a:lnTo>
                  <a:pt x="476999" y="3899916"/>
                </a:lnTo>
                <a:lnTo>
                  <a:pt x="498335" y="3924300"/>
                </a:lnTo>
                <a:lnTo>
                  <a:pt x="541020" y="4000500"/>
                </a:lnTo>
                <a:lnTo>
                  <a:pt x="553199" y="4026420"/>
                </a:lnTo>
                <a:lnTo>
                  <a:pt x="574535" y="4052316"/>
                </a:lnTo>
                <a:lnTo>
                  <a:pt x="586727" y="4076700"/>
                </a:lnTo>
                <a:lnTo>
                  <a:pt x="597395" y="4090416"/>
                </a:lnTo>
                <a:lnTo>
                  <a:pt x="621792" y="4114800"/>
                </a:lnTo>
                <a:lnTo>
                  <a:pt x="632460" y="4140720"/>
                </a:lnTo>
                <a:lnTo>
                  <a:pt x="656831" y="4166616"/>
                </a:lnTo>
                <a:lnTo>
                  <a:pt x="681228" y="4204716"/>
                </a:lnTo>
                <a:lnTo>
                  <a:pt x="693420" y="4216920"/>
                </a:lnTo>
                <a:lnTo>
                  <a:pt x="717791" y="4255020"/>
                </a:lnTo>
                <a:lnTo>
                  <a:pt x="768096" y="4305300"/>
                </a:lnTo>
                <a:lnTo>
                  <a:pt x="781799" y="4331220"/>
                </a:lnTo>
                <a:lnTo>
                  <a:pt x="793991" y="4343400"/>
                </a:lnTo>
                <a:lnTo>
                  <a:pt x="803135" y="4357116"/>
                </a:lnTo>
                <a:lnTo>
                  <a:pt x="803135" y="3848100"/>
                </a:lnTo>
                <a:lnTo>
                  <a:pt x="793991" y="3835920"/>
                </a:lnTo>
                <a:lnTo>
                  <a:pt x="772668" y="3810000"/>
                </a:lnTo>
                <a:lnTo>
                  <a:pt x="774192" y="3810000"/>
                </a:lnTo>
                <a:lnTo>
                  <a:pt x="763524" y="3797820"/>
                </a:lnTo>
                <a:lnTo>
                  <a:pt x="754367" y="3771900"/>
                </a:lnTo>
                <a:lnTo>
                  <a:pt x="743699" y="3759720"/>
                </a:lnTo>
                <a:lnTo>
                  <a:pt x="745236" y="3759720"/>
                </a:lnTo>
                <a:lnTo>
                  <a:pt x="734568" y="3747516"/>
                </a:lnTo>
                <a:lnTo>
                  <a:pt x="716267" y="3709416"/>
                </a:lnTo>
                <a:lnTo>
                  <a:pt x="697992" y="3683520"/>
                </a:lnTo>
                <a:lnTo>
                  <a:pt x="670560" y="3633216"/>
                </a:lnTo>
                <a:lnTo>
                  <a:pt x="652259" y="3595116"/>
                </a:lnTo>
                <a:lnTo>
                  <a:pt x="653796" y="3595116"/>
                </a:lnTo>
                <a:lnTo>
                  <a:pt x="635495" y="3569220"/>
                </a:lnTo>
                <a:lnTo>
                  <a:pt x="637032" y="3569220"/>
                </a:lnTo>
                <a:lnTo>
                  <a:pt x="618731" y="3531120"/>
                </a:lnTo>
                <a:lnTo>
                  <a:pt x="620268" y="3531120"/>
                </a:lnTo>
                <a:lnTo>
                  <a:pt x="611124" y="3518916"/>
                </a:lnTo>
                <a:lnTo>
                  <a:pt x="603491" y="3505200"/>
                </a:lnTo>
                <a:lnTo>
                  <a:pt x="594360" y="3480816"/>
                </a:lnTo>
                <a:lnTo>
                  <a:pt x="595871" y="3480816"/>
                </a:lnTo>
                <a:lnTo>
                  <a:pt x="586727" y="3467100"/>
                </a:lnTo>
                <a:lnTo>
                  <a:pt x="579120" y="3454920"/>
                </a:lnTo>
                <a:lnTo>
                  <a:pt x="548627" y="3378720"/>
                </a:lnTo>
                <a:lnTo>
                  <a:pt x="541020" y="3366516"/>
                </a:lnTo>
                <a:lnTo>
                  <a:pt x="542531" y="3366516"/>
                </a:lnTo>
                <a:lnTo>
                  <a:pt x="519671" y="3314700"/>
                </a:lnTo>
                <a:lnTo>
                  <a:pt x="521195" y="3314700"/>
                </a:lnTo>
                <a:lnTo>
                  <a:pt x="518160" y="3302520"/>
                </a:lnTo>
                <a:lnTo>
                  <a:pt x="513588" y="3290316"/>
                </a:lnTo>
                <a:lnTo>
                  <a:pt x="513588" y="3302520"/>
                </a:lnTo>
                <a:lnTo>
                  <a:pt x="505968" y="3276600"/>
                </a:lnTo>
                <a:lnTo>
                  <a:pt x="507492" y="3276600"/>
                </a:lnTo>
                <a:lnTo>
                  <a:pt x="499859" y="3264420"/>
                </a:lnTo>
                <a:lnTo>
                  <a:pt x="493763" y="3238500"/>
                </a:lnTo>
                <a:lnTo>
                  <a:pt x="486156" y="3226320"/>
                </a:lnTo>
                <a:lnTo>
                  <a:pt x="487667" y="3226320"/>
                </a:lnTo>
                <a:lnTo>
                  <a:pt x="480060" y="3200400"/>
                </a:lnTo>
                <a:lnTo>
                  <a:pt x="461759" y="3162300"/>
                </a:lnTo>
                <a:lnTo>
                  <a:pt x="449567" y="3124200"/>
                </a:lnTo>
                <a:lnTo>
                  <a:pt x="444995" y="3099816"/>
                </a:lnTo>
                <a:lnTo>
                  <a:pt x="432803" y="3061716"/>
                </a:lnTo>
                <a:lnTo>
                  <a:pt x="428231" y="3048000"/>
                </a:lnTo>
                <a:lnTo>
                  <a:pt x="425196" y="3035808"/>
                </a:lnTo>
                <a:lnTo>
                  <a:pt x="422135" y="3023616"/>
                </a:lnTo>
                <a:lnTo>
                  <a:pt x="422135" y="3035808"/>
                </a:lnTo>
                <a:lnTo>
                  <a:pt x="417563" y="3009900"/>
                </a:lnTo>
                <a:lnTo>
                  <a:pt x="411467" y="2997708"/>
                </a:lnTo>
                <a:lnTo>
                  <a:pt x="412991" y="2997708"/>
                </a:lnTo>
                <a:lnTo>
                  <a:pt x="406895" y="2971800"/>
                </a:lnTo>
                <a:lnTo>
                  <a:pt x="374891" y="2845308"/>
                </a:lnTo>
                <a:lnTo>
                  <a:pt x="371856" y="2819400"/>
                </a:lnTo>
                <a:lnTo>
                  <a:pt x="362699" y="2781300"/>
                </a:lnTo>
                <a:lnTo>
                  <a:pt x="361188" y="2781300"/>
                </a:lnTo>
                <a:lnTo>
                  <a:pt x="359664" y="2769108"/>
                </a:lnTo>
                <a:lnTo>
                  <a:pt x="359664" y="2781300"/>
                </a:lnTo>
                <a:lnTo>
                  <a:pt x="355092" y="2743200"/>
                </a:lnTo>
                <a:lnTo>
                  <a:pt x="352031" y="2743200"/>
                </a:lnTo>
                <a:lnTo>
                  <a:pt x="350520" y="2718816"/>
                </a:lnTo>
                <a:lnTo>
                  <a:pt x="348996" y="2705100"/>
                </a:lnTo>
                <a:lnTo>
                  <a:pt x="348996" y="2718816"/>
                </a:lnTo>
                <a:lnTo>
                  <a:pt x="344424" y="2680716"/>
                </a:lnTo>
                <a:lnTo>
                  <a:pt x="342900" y="2667000"/>
                </a:lnTo>
                <a:lnTo>
                  <a:pt x="342900" y="2680716"/>
                </a:lnTo>
                <a:lnTo>
                  <a:pt x="327660" y="2590800"/>
                </a:lnTo>
                <a:lnTo>
                  <a:pt x="327660" y="2566416"/>
                </a:lnTo>
                <a:lnTo>
                  <a:pt x="326136" y="2552700"/>
                </a:lnTo>
                <a:lnTo>
                  <a:pt x="326136" y="2566416"/>
                </a:lnTo>
                <a:lnTo>
                  <a:pt x="323088" y="2552700"/>
                </a:lnTo>
                <a:lnTo>
                  <a:pt x="323088" y="2528316"/>
                </a:lnTo>
                <a:lnTo>
                  <a:pt x="321564" y="2514600"/>
                </a:lnTo>
                <a:lnTo>
                  <a:pt x="321564" y="2528316"/>
                </a:lnTo>
                <a:lnTo>
                  <a:pt x="318503" y="2514600"/>
                </a:lnTo>
                <a:lnTo>
                  <a:pt x="318503" y="2490216"/>
                </a:lnTo>
                <a:lnTo>
                  <a:pt x="316992" y="2476500"/>
                </a:lnTo>
                <a:lnTo>
                  <a:pt x="315468" y="2464308"/>
                </a:lnTo>
                <a:lnTo>
                  <a:pt x="315468" y="2476500"/>
                </a:lnTo>
                <a:lnTo>
                  <a:pt x="313931" y="2438400"/>
                </a:lnTo>
                <a:lnTo>
                  <a:pt x="310896" y="2426208"/>
                </a:lnTo>
                <a:lnTo>
                  <a:pt x="307835" y="2388108"/>
                </a:lnTo>
                <a:lnTo>
                  <a:pt x="309359" y="2388108"/>
                </a:lnTo>
                <a:lnTo>
                  <a:pt x="304800" y="2324100"/>
                </a:lnTo>
                <a:lnTo>
                  <a:pt x="304800" y="2311908"/>
                </a:lnTo>
                <a:lnTo>
                  <a:pt x="303263" y="2286000"/>
                </a:lnTo>
                <a:lnTo>
                  <a:pt x="303263" y="2273808"/>
                </a:lnTo>
                <a:lnTo>
                  <a:pt x="301739" y="2247900"/>
                </a:lnTo>
                <a:lnTo>
                  <a:pt x="301739" y="2095500"/>
                </a:lnTo>
                <a:lnTo>
                  <a:pt x="303263" y="2071116"/>
                </a:lnTo>
                <a:lnTo>
                  <a:pt x="303263" y="2057400"/>
                </a:lnTo>
                <a:lnTo>
                  <a:pt x="304800" y="2033016"/>
                </a:lnTo>
                <a:lnTo>
                  <a:pt x="304800" y="2019300"/>
                </a:lnTo>
                <a:lnTo>
                  <a:pt x="309359" y="1956816"/>
                </a:lnTo>
                <a:lnTo>
                  <a:pt x="307835" y="1956816"/>
                </a:lnTo>
                <a:lnTo>
                  <a:pt x="310896" y="1918716"/>
                </a:lnTo>
                <a:lnTo>
                  <a:pt x="313931" y="1905000"/>
                </a:lnTo>
                <a:lnTo>
                  <a:pt x="318503" y="1842516"/>
                </a:lnTo>
                <a:lnTo>
                  <a:pt x="321564" y="1828800"/>
                </a:lnTo>
                <a:lnTo>
                  <a:pt x="323088" y="1804416"/>
                </a:lnTo>
                <a:lnTo>
                  <a:pt x="326136" y="1790700"/>
                </a:lnTo>
                <a:lnTo>
                  <a:pt x="327660" y="1766316"/>
                </a:lnTo>
                <a:lnTo>
                  <a:pt x="352031" y="1613916"/>
                </a:lnTo>
                <a:lnTo>
                  <a:pt x="356603" y="1600200"/>
                </a:lnTo>
                <a:lnTo>
                  <a:pt x="355092" y="1600200"/>
                </a:lnTo>
                <a:lnTo>
                  <a:pt x="359664" y="1575816"/>
                </a:lnTo>
                <a:lnTo>
                  <a:pt x="371856" y="1524000"/>
                </a:lnTo>
                <a:lnTo>
                  <a:pt x="374891" y="1499616"/>
                </a:lnTo>
                <a:lnTo>
                  <a:pt x="412991" y="1347216"/>
                </a:lnTo>
                <a:lnTo>
                  <a:pt x="411467" y="1359408"/>
                </a:lnTo>
                <a:lnTo>
                  <a:pt x="414528" y="1347216"/>
                </a:lnTo>
                <a:lnTo>
                  <a:pt x="417563" y="1333500"/>
                </a:lnTo>
                <a:lnTo>
                  <a:pt x="420624" y="1333500"/>
                </a:lnTo>
                <a:lnTo>
                  <a:pt x="422135" y="1321308"/>
                </a:lnTo>
                <a:lnTo>
                  <a:pt x="428231" y="1295400"/>
                </a:lnTo>
                <a:lnTo>
                  <a:pt x="432803" y="1283208"/>
                </a:lnTo>
                <a:lnTo>
                  <a:pt x="444995" y="1245108"/>
                </a:lnTo>
                <a:lnTo>
                  <a:pt x="449567" y="1219200"/>
                </a:lnTo>
                <a:lnTo>
                  <a:pt x="467868" y="1181100"/>
                </a:lnTo>
                <a:lnTo>
                  <a:pt x="480060" y="1143000"/>
                </a:lnTo>
                <a:lnTo>
                  <a:pt x="487667" y="1118616"/>
                </a:lnTo>
                <a:lnTo>
                  <a:pt x="486156" y="1118616"/>
                </a:lnTo>
                <a:lnTo>
                  <a:pt x="493763" y="1104900"/>
                </a:lnTo>
                <a:lnTo>
                  <a:pt x="499859" y="1080516"/>
                </a:lnTo>
                <a:lnTo>
                  <a:pt x="507492" y="1066800"/>
                </a:lnTo>
                <a:lnTo>
                  <a:pt x="505968" y="1066800"/>
                </a:lnTo>
                <a:lnTo>
                  <a:pt x="513588" y="1054608"/>
                </a:lnTo>
                <a:lnTo>
                  <a:pt x="521195" y="1028700"/>
                </a:lnTo>
                <a:lnTo>
                  <a:pt x="519671" y="1028700"/>
                </a:lnTo>
                <a:lnTo>
                  <a:pt x="542531" y="978408"/>
                </a:lnTo>
                <a:lnTo>
                  <a:pt x="541020" y="990600"/>
                </a:lnTo>
                <a:lnTo>
                  <a:pt x="545592" y="978408"/>
                </a:lnTo>
                <a:lnTo>
                  <a:pt x="579120" y="890016"/>
                </a:lnTo>
                <a:lnTo>
                  <a:pt x="579120" y="902208"/>
                </a:lnTo>
                <a:lnTo>
                  <a:pt x="583692" y="890016"/>
                </a:lnTo>
                <a:lnTo>
                  <a:pt x="586727" y="876300"/>
                </a:lnTo>
                <a:lnTo>
                  <a:pt x="595871" y="864108"/>
                </a:lnTo>
                <a:lnTo>
                  <a:pt x="594360" y="864108"/>
                </a:lnTo>
                <a:lnTo>
                  <a:pt x="603491" y="838200"/>
                </a:lnTo>
                <a:lnTo>
                  <a:pt x="611124" y="826008"/>
                </a:lnTo>
                <a:lnTo>
                  <a:pt x="611124" y="838200"/>
                </a:lnTo>
                <a:lnTo>
                  <a:pt x="615696" y="826008"/>
                </a:lnTo>
                <a:lnTo>
                  <a:pt x="620268" y="813816"/>
                </a:lnTo>
                <a:lnTo>
                  <a:pt x="618731" y="813816"/>
                </a:lnTo>
                <a:lnTo>
                  <a:pt x="637032" y="775716"/>
                </a:lnTo>
                <a:lnTo>
                  <a:pt x="635495" y="775716"/>
                </a:lnTo>
                <a:lnTo>
                  <a:pt x="653796" y="749808"/>
                </a:lnTo>
                <a:lnTo>
                  <a:pt x="652259" y="749808"/>
                </a:lnTo>
                <a:lnTo>
                  <a:pt x="670560" y="711708"/>
                </a:lnTo>
                <a:lnTo>
                  <a:pt x="688835" y="685800"/>
                </a:lnTo>
                <a:lnTo>
                  <a:pt x="707136" y="647700"/>
                </a:lnTo>
                <a:lnTo>
                  <a:pt x="711695" y="6477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36" y="585216"/>
                </a:lnTo>
                <a:lnTo>
                  <a:pt x="743699" y="585216"/>
                </a:lnTo>
                <a:lnTo>
                  <a:pt x="754367" y="571500"/>
                </a:lnTo>
                <a:lnTo>
                  <a:pt x="763524" y="559308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509016"/>
                </a:lnTo>
                <a:lnTo>
                  <a:pt x="803135" y="495300"/>
                </a:lnTo>
                <a:lnTo>
                  <a:pt x="803135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" y="1993392"/>
            <a:ext cx="4674107" cy="30769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27420" y="1947672"/>
            <a:ext cx="3669791" cy="31653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95"/>
              </a:spcBef>
            </a:pPr>
            <a:r>
              <a:rPr spc="-55" dirty="0"/>
              <a:t>ADVANTAGES</a:t>
            </a:r>
            <a:r>
              <a:rPr spc="-125" dirty="0"/>
              <a:t> </a:t>
            </a:r>
            <a:r>
              <a:rPr dirty="0"/>
              <a:t>&amp;</a:t>
            </a:r>
            <a:r>
              <a:rPr spc="-135" dirty="0"/>
              <a:t> </a:t>
            </a:r>
            <a:r>
              <a:rPr spc="-2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3502" y="1994272"/>
            <a:ext cx="4906010" cy="1902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Times New Roman"/>
                <a:cs typeface="Times New Roman"/>
              </a:rPr>
              <a:t>Advantages: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18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centralized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platform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managing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campus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events.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2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Reduces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manual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paperwork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administrative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workload.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Enables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quick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easy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online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registration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students.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Ensures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login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with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role-based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control.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Provides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real-</a:t>
            </a:r>
            <a:r>
              <a:rPr sz="1400" dirty="0">
                <a:latin typeface="Times New Roman"/>
                <a:cs typeface="Times New Roman"/>
              </a:rPr>
              <a:t>time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details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status.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Maintains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accurate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digital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records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events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participants.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0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Improves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communication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between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organizers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students.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3502" y="4495167"/>
            <a:ext cx="5048885" cy="1325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Requires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stable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internet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connectivity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access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portal.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25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Initial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development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setup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cost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may</a:t>
            </a:r>
            <a:r>
              <a:rPr sz="1400" spc="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be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high.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Requires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basic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technical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knowledge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7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maintenance.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0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Data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risks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proper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security</a:t>
            </a:r>
            <a:r>
              <a:rPr sz="1400" spc="-6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measures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not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implemented.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buFont typeface="SimSun-ExtB"/>
              <a:buChar char="➢"/>
              <a:tabLst>
                <a:tab pos="211454" algn="l"/>
              </a:tabLst>
            </a:pP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downtime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may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affect</a:t>
            </a:r>
            <a:r>
              <a:rPr sz="1400" spc="-7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event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registration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processes.</a:t>
            </a:r>
            <a:endParaRPr sz="1400">
              <a:latin typeface="Times New Roman"/>
              <a:cs typeface="Times New Roman"/>
            </a:endParaRPr>
          </a:p>
          <a:p>
            <a:pPr marL="211454" indent="-198755">
              <a:lnSpc>
                <a:spcPct val="100000"/>
              </a:lnSpc>
              <a:spcBef>
                <a:spcPts val="110"/>
              </a:spcBef>
              <a:buFont typeface="SimSun-ExtB"/>
              <a:buChar char="➢"/>
              <a:tabLst>
                <a:tab pos="211454" algn="l"/>
              </a:tabLst>
            </a:pPr>
            <a:r>
              <a:rPr sz="1400" spc="-10" dirty="0">
                <a:latin typeface="Times New Roman"/>
                <a:cs typeface="Times New Roman"/>
              </a:rPr>
              <a:t>Requires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regular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updates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maintenance</a:t>
            </a:r>
            <a:r>
              <a:rPr sz="1400" spc="-3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smooth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functioning.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1291" y="5049011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6595" y="563879"/>
                </a:lnTo>
                <a:lnTo>
                  <a:pt x="155447" y="547115"/>
                </a:lnTo>
                <a:lnTo>
                  <a:pt x="117347" y="522731"/>
                </a:lnTo>
                <a:lnTo>
                  <a:pt x="83819" y="493775"/>
                </a:lnTo>
                <a:lnTo>
                  <a:pt x="54864" y="460247"/>
                </a:lnTo>
                <a:lnTo>
                  <a:pt x="32003" y="422147"/>
                </a:lnTo>
                <a:lnTo>
                  <a:pt x="13716" y="380999"/>
                </a:lnTo>
                <a:lnTo>
                  <a:pt x="3047" y="336803"/>
                </a:lnTo>
                <a:lnTo>
                  <a:pt x="0" y="289559"/>
                </a:lnTo>
                <a:lnTo>
                  <a:pt x="3047" y="242315"/>
                </a:lnTo>
                <a:lnTo>
                  <a:pt x="13716" y="198119"/>
                </a:lnTo>
                <a:lnTo>
                  <a:pt x="32003" y="156971"/>
                </a:lnTo>
                <a:lnTo>
                  <a:pt x="54864" y="118871"/>
                </a:lnTo>
                <a:lnTo>
                  <a:pt x="83819" y="85343"/>
                </a:lnTo>
                <a:lnTo>
                  <a:pt x="117347" y="56387"/>
                </a:lnTo>
                <a:lnTo>
                  <a:pt x="155447" y="32003"/>
                </a:lnTo>
                <a:lnTo>
                  <a:pt x="196595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5280" y="3047"/>
                </a:lnTo>
                <a:lnTo>
                  <a:pt x="380999" y="15239"/>
                </a:lnTo>
                <a:lnTo>
                  <a:pt x="422147" y="32003"/>
                </a:lnTo>
                <a:lnTo>
                  <a:pt x="460247" y="56387"/>
                </a:lnTo>
                <a:lnTo>
                  <a:pt x="493776" y="85343"/>
                </a:lnTo>
                <a:lnTo>
                  <a:pt x="522731" y="118871"/>
                </a:lnTo>
                <a:lnTo>
                  <a:pt x="545591" y="156971"/>
                </a:lnTo>
                <a:lnTo>
                  <a:pt x="563879" y="198119"/>
                </a:lnTo>
                <a:lnTo>
                  <a:pt x="574547" y="242315"/>
                </a:lnTo>
                <a:lnTo>
                  <a:pt x="579119" y="289559"/>
                </a:lnTo>
                <a:lnTo>
                  <a:pt x="574547" y="336803"/>
                </a:lnTo>
                <a:lnTo>
                  <a:pt x="563879" y="380999"/>
                </a:lnTo>
                <a:lnTo>
                  <a:pt x="545591" y="422147"/>
                </a:lnTo>
                <a:lnTo>
                  <a:pt x="522731" y="460247"/>
                </a:lnTo>
                <a:lnTo>
                  <a:pt x="493776" y="493775"/>
                </a:lnTo>
                <a:lnTo>
                  <a:pt x="460247" y="522731"/>
                </a:lnTo>
                <a:lnTo>
                  <a:pt x="422147" y="547115"/>
                </a:lnTo>
                <a:lnTo>
                  <a:pt x="380999" y="563879"/>
                </a:lnTo>
                <a:lnTo>
                  <a:pt x="335280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4199" y="5191549"/>
            <a:ext cx="15240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90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00" y="1929383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5071" y="309372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2264" y="1993052"/>
            <a:ext cx="76200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0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2706624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71555" y="2773339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2316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7431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7431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5071" y="310895"/>
                </a:lnTo>
                <a:lnTo>
                  <a:pt x="236219" y="288036"/>
                </a:lnTo>
                <a:lnTo>
                  <a:pt x="268223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71555" y="2383195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309829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67019" y="3163481"/>
            <a:ext cx="107314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3488435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71555" y="3553624"/>
            <a:ext cx="9969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387858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1500" y="4268723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7019" y="3943767"/>
            <a:ext cx="1468755" cy="567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40"/>
              </a:lnSpc>
              <a:spcBef>
                <a:spcPts val="95"/>
              </a:spcBef>
            </a:pPr>
            <a:r>
              <a:rPr sz="1000" spc="40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 marL="528955">
              <a:lnSpc>
                <a:spcPts val="1620"/>
              </a:lnSpc>
            </a:pPr>
            <a:r>
              <a:rPr sz="1400" b="1" spc="-10" dirty="0">
                <a:latin typeface="Times New Roman"/>
                <a:cs typeface="Times New Roman"/>
              </a:rPr>
              <a:t>Limitations:</a:t>
            </a:r>
            <a:endParaRPr sz="14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315"/>
              </a:spcBef>
            </a:pPr>
            <a:r>
              <a:rPr sz="1000" spc="-5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71500" y="465886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7431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7431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5071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5071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8534" y="4724069"/>
            <a:ext cx="104775" cy="177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540240" y="1315212"/>
            <a:ext cx="1149350" cy="4914900"/>
            <a:chOff x="9540240" y="1315212"/>
            <a:chExt cx="1149350" cy="491490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631680" y="1315211"/>
              <a:ext cx="1057910" cy="4915535"/>
            </a:xfrm>
            <a:custGeom>
              <a:avLst/>
              <a:gdLst/>
              <a:ahLst/>
              <a:cxnLst/>
              <a:rect l="l" t="t" r="r" b="b"/>
              <a:pathLst>
                <a:path w="1057909" h="4915535">
                  <a:moveTo>
                    <a:pt x="406908" y="1929396"/>
                  </a:moveTo>
                  <a:lnTo>
                    <a:pt x="405384" y="1929396"/>
                  </a:lnTo>
                  <a:lnTo>
                    <a:pt x="405384" y="1943100"/>
                  </a:lnTo>
                  <a:lnTo>
                    <a:pt x="406908" y="1929396"/>
                  </a:lnTo>
                  <a:close/>
                </a:path>
                <a:path w="1057909" h="4915535">
                  <a:moveTo>
                    <a:pt x="463283" y="1676400"/>
                  </a:moveTo>
                  <a:lnTo>
                    <a:pt x="461772" y="1676400"/>
                  </a:lnTo>
                  <a:lnTo>
                    <a:pt x="461772" y="1688592"/>
                  </a:lnTo>
                  <a:lnTo>
                    <a:pt x="463283" y="1676400"/>
                  </a:lnTo>
                  <a:close/>
                </a:path>
                <a:path w="1057909" h="4915535">
                  <a:moveTo>
                    <a:pt x="469379" y="1650492"/>
                  </a:moveTo>
                  <a:lnTo>
                    <a:pt x="466344" y="1650492"/>
                  </a:lnTo>
                  <a:lnTo>
                    <a:pt x="466344" y="1662696"/>
                  </a:lnTo>
                  <a:lnTo>
                    <a:pt x="469379" y="1650492"/>
                  </a:lnTo>
                  <a:close/>
                </a:path>
                <a:path w="1057909" h="4915535">
                  <a:moveTo>
                    <a:pt x="512051" y="1510296"/>
                  </a:moveTo>
                  <a:lnTo>
                    <a:pt x="509016" y="1510296"/>
                  </a:lnTo>
                  <a:lnTo>
                    <a:pt x="509016" y="1524000"/>
                  </a:lnTo>
                  <a:lnTo>
                    <a:pt x="512051" y="1510296"/>
                  </a:lnTo>
                  <a:close/>
                </a:path>
                <a:path w="1057909" h="4915535">
                  <a:moveTo>
                    <a:pt x="548640" y="1409700"/>
                  </a:moveTo>
                  <a:lnTo>
                    <a:pt x="545579" y="1409700"/>
                  </a:lnTo>
                  <a:lnTo>
                    <a:pt x="545579" y="1421892"/>
                  </a:lnTo>
                  <a:lnTo>
                    <a:pt x="548640" y="1409700"/>
                  </a:lnTo>
                  <a:close/>
                </a:path>
                <a:path w="1057909" h="4915535">
                  <a:moveTo>
                    <a:pt x="728472" y="3898392"/>
                  </a:moveTo>
                  <a:lnTo>
                    <a:pt x="717804" y="3886212"/>
                  </a:lnTo>
                  <a:lnTo>
                    <a:pt x="719315" y="3886212"/>
                  </a:lnTo>
                  <a:lnTo>
                    <a:pt x="710184" y="3860292"/>
                  </a:lnTo>
                  <a:lnTo>
                    <a:pt x="307848" y="3860292"/>
                  </a:lnTo>
                  <a:lnTo>
                    <a:pt x="316979" y="3898392"/>
                  </a:lnTo>
                  <a:lnTo>
                    <a:pt x="728472" y="3898392"/>
                  </a:lnTo>
                  <a:close/>
                </a:path>
                <a:path w="1057909" h="4915535">
                  <a:moveTo>
                    <a:pt x="768083" y="938784"/>
                  </a:moveTo>
                  <a:lnTo>
                    <a:pt x="763511" y="938784"/>
                  </a:lnTo>
                  <a:lnTo>
                    <a:pt x="763511" y="952500"/>
                  </a:lnTo>
                  <a:lnTo>
                    <a:pt x="768083" y="938784"/>
                  </a:lnTo>
                  <a:close/>
                </a:path>
                <a:path w="1057909" h="4915535">
                  <a:moveTo>
                    <a:pt x="947915" y="659892"/>
                  </a:moveTo>
                  <a:lnTo>
                    <a:pt x="941819" y="659892"/>
                  </a:lnTo>
                  <a:lnTo>
                    <a:pt x="941819" y="672084"/>
                  </a:lnTo>
                  <a:lnTo>
                    <a:pt x="947915" y="659892"/>
                  </a:lnTo>
                  <a:close/>
                </a:path>
                <a:path w="1057909" h="4915535">
                  <a:moveTo>
                    <a:pt x="1057643" y="4381512"/>
                  </a:moveTo>
                  <a:lnTo>
                    <a:pt x="1054595" y="4381512"/>
                  </a:lnTo>
                  <a:lnTo>
                    <a:pt x="1042403" y="4367796"/>
                  </a:lnTo>
                  <a:lnTo>
                    <a:pt x="1036307" y="4355604"/>
                  </a:lnTo>
                  <a:lnTo>
                    <a:pt x="1031735" y="4355604"/>
                  </a:lnTo>
                  <a:lnTo>
                    <a:pt x="1007351" y="4317504"/>
                  </a:lnTo>
                  <a:lnTo>
                    <a:pt x="996683" y="4317504"/>
                  </a:lnTo>
                  <a:lnTo>
                    <a:pt x="986015" y="4291596"/>
                  </a:lnTo>
                  <a:lnTo>
                    <a:pt x="973823" y="4279404"/>
                  </a:lnTo>
                  <a:lnTo>
                    <a:pt x="975347" y="4279404"/>
                  </a:lnTo>
                  <a:lnTo>
                    <a:pt x="963155" y="4267212"/>
                  </a:lnTo>
                  <a:lnTo>
                    <a:pt x="964679" y="4267212"/>
                  </a:lnTo>
                  <a:lnTo>
                    <a:pt x="952487" y="4253496"/>
                  </a:lnTo>
                  <a:lnTo>
                    <a:pt x="954011" y="4253496"/>
                  </a:lnTo>
                  <a:lnTo>
                    <a:pt x="941819" y="4241304"/>
                  </a:lnTo>
                  <a:lnTo>
                    <a:pt x="909815" y="4203204"/>
                  </a:lnTo>
                  <a:lnTo>
                    <a:pt x="911339" y="4203204"/>
                  </a:lnTo>
                  <a:lnTo>
                    <a:pt x="899147" y="4177296"/>
                  </a:lnTo>
                  <a:lnTo>
                    <a:pt x="900671" y="4177296"/>
                  </a:lnTo>
                  <a:lnTo>
                    <a:pt x="894575" y="4165104"/>
                  </a:lnTo>
                  <a:lnTo>
                    <a:pt x="890003" y="4165104"/>
                  </a:lnTo>
                  <a:lnTo>
                    <a:pt x="868667" y="4127004"/>
                  </a:lnTo>
                  <a:lnTo>
                    <a:pt x="870191" y="4127004"/>
                  </a:lnTo>
                  <a:lnTo>
                    <a:pt x="848855" y="4101096"/>
                  </a:lnTo>
                  <a:lnTo>
                    <a:pt x="842759" y="4088904"/>
                  </a:lnTo>
                  <a:lnTo>
                    <a:pt x="839711" y="4088904"/>
                  </a:lnTo>
                  <a:lnTo>
                    <a:pt x="829043" y="4076712"/>
                  </a:lnTo>
                  <a:lnTo>
                    <a:pt x="819899" y="4050804"/>
                  </a:lnTo>
                  <a:lnTo>
                    <a:pt x="810755" y="4050804"/>
                  </a:lnTo>
                  <a:lnTo>
                    <a:pt x="800087" y="4024896"/>
                  </a:lnTo>
                  <a:lnTo>
                    <a:pt x="781799" y="4000512"/>
                  </a:lnTo>
                  <a:lnTo>
                    <a:pt x="763511" y="3962412"/>
                  </a:lnTo>
                  <a:lnTo>
                    <a:pt x="754367" y="3948696"/>
                  </a:lnTo>
                  <a:lnTo>
                    <a:pt x="736079" y="3910596"/>
                  </a:lnTo>
                  <a:lnTo>
                    <a:pt x="726935" y="3898404"/>
                  </a:lnTo>
                  <a:lnTo>
                    <a:pt x="326123" y="3898404"/>
                  </a:lnTo>
                  <a:lnTo>
                    <a:pt x="333743" y="3924312"/>
                  </a:lnTo>
                  <a:lnTo>
                    <a:pt x="361175" y="3974604"/>
                  </a:lnTo>
                  <a:lnTo>
                    <a:pt x="371843" y="4000512"/>
                  </a:lnTo>
                  <a:lnTo>
                    <a:pt x="399275" y="4050804"/>
                  </a:lnTo>
                  <a:lnTo>
                    <a:pt x="409943" y="4076712"/>
                  </a:lnTo>
                  <a:lnTo>
                    <a:pt x="419087" y="4088904"/>
                  </a:lnTo>
                  <a:lnTo>
                    <a:pt x="429755" y="4114812"/>
                  </a:lnTo>
                  <a:lnTo>
                    <a:pt x="438899" y="4127004"/>
                  </a:lnTo>
                  <a:lnTo>
                    <a:pt x="460235" y="4165104"/>
                  </a:lnTo>
                  <a:lnTo>
                    <a:pt x="469379" y="4177296"/>
                  </a:lnTo>
                  <a:lnTo>
                    <a:pt x="501383" y="4241304"/>
                  </a:lnTo>
                  <a:lnTo>
                    <a:pt x="512051" y="4241304"/>
                  </a:lnTo>
                  <a:lnTo>
                    <a:pt x="524243" y="4267212"/>
                  </a:lnTo>
                  <a:lnTo>
                    <a:pt x="556247" y="4317504"/>
                  </a:lnTo>
                  <a:lnTo>
                    <a:pt x="568439" y="4329696"/>
                  </a:lnTo>
                  <a:lnTo>
                    <a:pt x="579107" y="4355604"/>
                  </a:lnTo>
                  <a:lnTo>
                    <a:pt x="591299" y="4367796"/>
                  </a:lnTo>
                  <a:lnTo>
                    <a:pt x="601967" y="4393704"/>
                  </a:lnTo>
                  <a:lnTo>
                    <a:pt x="638543" y="4431804"/>
                  </a:lnTo>
                  <a:lnTo>
                    <a:pt x="649211" y="4457712"/>
                  </a:lnTo>
                  <a:lnTo>
                    <a:pt x="661403" y="4469904"/>
                  </a:lnTo>
                  <a:lnTo>
                    <a:pt x="685787" y="4508004"/>
                  </a:lnTo>
                  <a:lnTo>
                    <a:pt x="697979" y="4508004"/>
                  </a:lnTo>
                  <a:lnTo>
                    <a:pt x="711695" y="4533912"/>
                  </a:lnTo>
                  <a:lnTo>
                    <a:pt x="736079" y="4572012"/>
                  </a:lnTo>
                  <a:lnTo>
                    <a:pt x="749795" y="4584204"/>
                  </a:lnTo>
                  <a:lnTo>
                    <a:pt x="774179" y="4622304"/>
                  </a:lnTo>
                  <a:lnTo>
                    <a:pt x="787895" y="4622304"/>
                  </a:lnTo>
                  <a:lnTo>
                    <a:pt x="801611" y="4648212"/>
                  </a:lnTo>
                  <a:lnTo>
                    <a:pt x="813803" y="4660404"/>
                  </a:lnTo>
                  <a:lnTo>
                    <a:pt x="854951" y="4698504"/>
                  </a:lnTo>
                  <a:lnTo>
                    <a:pt x="867143" y="4724412"/>
                  </a:lnTo>
                  <a:lnTo>
                    <a:pt x="908291" y="4774704"/>
                  </a:lnTo>
                  <a:lnTo>
                    <a:pt x="923531" y="4774704"/>
                  </a:lnTo>
                  <a:lnTo>
                    <a:pt x="950963" y="4812804"/>
                  </a:lnTo>
                  <a:lnTo>
                    <a:pt x="1022591" y="4889004"/>
                  </a:lnTo>
                  <a:lnTo>
                    <a:pt x="1037831" y="4889004"/>
                  </a:lnTo>
                  <a:lnTo>
                    <a:pt x="1051547" y="4914912"/>
                  </a:lnTo>
                  <a:lnTo>
                    <a:pt x="1057643" y="4914912"/>
                  </a:lnTo>
                  <a:lnTo>
                    <a:pt x="1057643" y="4381512"/>
                  </a:lnTo>
                  <a:close/>
                </a:path>
                <a:path w="1057909" h="4915535">
                  <a:moveTo>
                    <a:pt x="1057656" y="0"/>
                  </a:moveTo>
                  <a:lnTo>
                    <a:pt x="1037844" y="0"/>
                  </a:lnTo>
                  <a:lnTo>
                    <a:pt x="1022604" y="12700"/>
                  </a:lnTo>
                  <a:lnTo>
                    <a:pt x="950976" y="76200"/>
                  </a:lnTo>
                  <a:lnTo>
                    <a:pt x="923544" y="114300"/>
                  </a:lnTo>
                  <a:lnTo>
                    <a:pt x="908304" y="127000"/>
                  </a:lnTo>
                  <a:lnTo>
                    <a:pt x="867156" y="190500"/>
                  </a:lnTo>
                  <a:lnTo>
                    <a:pt x="854951" y="190500"/>
                  </a:lnTo>
                  <a:lnTo>
                    <a:pt x="813816" y="228600"/>
                  </a:lnTo>
                  <a:lnTo>
                    <a:pt x="801624" y="266700"/>
                  </a:lnTo>
                  <a:lnTo>
                    <a:pt x="774192" y="279400"/>
                  </a:lnTo>
                  <a:lnTo>
                    <a:pt x="749808" y="317500"/>
                  </a:lnTo>
                  <a:lnTo>
                    <a:pt x="736092" y="342900"/>
                  </a:lnTo>
                  <a:lnTo>
                    <a:pt x="711708" y="381000"/>
                  </a:lnTo>
                  <a:lnTo>
                    <a:pt x="697992" y="381000"/>
                  </a:lnTo>
                  <a:lnTo>
                    <a:pt x="661416" y="419100"/>
                  </a:lnTo>
                  <a:lnTo>
                    <a:pt x="649224" y="457200"/>
                  </a:lnTo>
                  <a:lnTo>
                    <a:pt x="638556" y="457200"/>
                  </a:lnTo>
                  <a:lnTo>
                    <a:pt x="601980" y="508000"/>
                  </a:lnTo>
                  <a:lnTo>
                    <a:pt x="591312" y="533400"/>
                  </a:lnTo>
                  <a:lnTo>
                    <a:pt x="579120" y="546100"/>
                  </a:lnTo>
                  <a:lnTo>
                    <a:pt x="568452" y="571500"/>
                  </a:lnTo>
                  <a:lnTo>
                    <a:pt x="556260" y="571500"/>
                  </a:lnTo>
                  <a:lnTo>
                    <a:pt x="524256" y="647700"/>
                  </a:lnTo>
                  <a:lnTo>
                    <a:pt x="512051" y="647700"/>
                  </a:lnTo>
                  <a:lnTo>
                    <a:pt x="501383" y="660400"/>
                  </a:lnTo>
                  <a:lnTo>
                    <a:pt x="469392" y="723900"/>
                  </a:lnTo>
                  <a:lnTo>
                    <a:pt x="460248" y="736600"/>
                  </a:lnTo>
                  <a:lnTo>
                    <a:pt x="438912" y="762000"/>
                  </a:lnTo>
                  <a:lnTo>
                    <a:pt x="429755" y="800100"/>
                  </a:lnTo>
                  <a:lnTo>
                    <a:pt x="419087" y="800100"/>
                  </a:lnTo>
                  <a:lnTo>
                    <a:pt x="409956" y="838200"/>
                  </a:lnTo>
                  <a:lnTo>
                    <a:pt x="399288" y="838200"/>
                  </a:lnTo>
                  <a:lnTo>
                    <a:pt x="371856" y="914400"/>
                  </a:lnTo>
                  <a:lnTo>
                    <a:pt x="361188" y="914400"/>
                  </a:lnTo>
                  <a:lnTo>
                    <a:pt x="333756" y="965200"/>
                  </a:lnTo>
                  <a:lnTo>
                    <a:pt x="326123" y="990600"/>
                  </a:lnTo>
                  <a:lnTo>
                    <a:pt x="307848" y="1028712"/>
                  </a:lnTo>
                  <a:lnTo>
                    <a:pt x="300228" y="1041412"/>
                  </a:lnTo>
                  <a:lnTo>
                    <a:pt x="291084" y="1066812"/>
                  </a:lnTo>
                  <a:lnTo>
                    <a:pt x="283451" y="1079512"/>
                  </a:lnTo>
                  <a:lnTo>
                    <a:pt x="274320" y="1104912"/>
                  </a:lnTo>
                  <a:lnTo>
                    <a:pt x="259080" y="1143012"/>
                  </a:lnTo>
                  <a:lnTo>
                    <a:pt x="249923" y="1155712"/>
                  </a:lnTo>
                  <a:lnTo>
                    <a:pt x="227076" y="1219212"/>
                  </a:lnTo>
                  <a:lnTo>
                    <a:pt x="220980" y="1231912"/>
                  </a:lnTo>
                  <a:lnTo>
                    <a:pt x="198120" y="1295412"/>
                  </a:lnTo>
                  <a:lnTo>
                    <a:pt x="192024" y="1308112"/>
                  </a:lnTo>
                  <a:lnTo>
                    <a:pt x="184404" y="1333512"/>
                  </a:lnTo>
                  <a:lnTo>
                    <a:pt x="172212" y="1371612"/>
                  </a:lnTo>
                  <a:lnTo>
                    <a:pt x="164592" y="1397012"/>
                  </a:lnTo>
                  <a:lnTo>
                    <a:pt x="128016" y="1511312"/>
                  </a:lnTo>
                  <a:lnTo>
                    <a:pt x="123444" y="1524012"/>
                  </a:lnTo>
                  <a:lnTo>
                    <a:pt x="117348" y="1562112"/>
                  </a:lnTo>
                  <a:lnTo>
                    <a:pt x="111252" y="1574812"/>
                  </a:lnTo>
                  <a:lnTo>
                    <a:pt x="96012" y="1638312"/>
                  </a:lnTo>
                  <a:lnTo>
                    <a:pt x="91440" y="1651012"/>
                  </a:lnTo>
                  <a:lnTo>
                    <a:pt x="86868" y="1676412"/>
                  </a:lnTo>
                  <a:lnTo>
                    <a:pt x="64008" y="1778012"/>
                  </a:lnTo>
                  <a:lnTo>
                    <a:pt x="53340" y="1841512"/>
                  </a:lnTo>
                  <a:lnTo>
                    <a:pt x="48768" y="1866912"/>
                  </a:lnTo>
                  <a:lnTo>
                    <a:pt x="42672" y="1905012"/>
                  </a:lnTo>
                  <a:lnTo>
                    <a:pt x="38100" y="1930412"/>
                  </a:lnTo>
                  <a:lnTo>
                    <a:pt x="32004" y="1968512"/>
                  </a:lnTo>
                  <a:lnTo>
                    <a:pt x="16764" y="2095512"/>
                  </a:lnTo>
                  <a:lnTo>
                    <a:pt x="13716" y="2133612"/>
                  </a:lnTo>
                  <a:lnTo>
                    <a:pt x="10668" y="2159012"/>
                  </a:lnTo>
                  <a:lnTo>
                    <a:pt x="7620" y="2209812"/>
                  </a:lnTo>
                  <a:lnTo>
                    <a:pt x="4572" y="2247912"/>
                  </a:lnTo>
                  <a:lnTo>
                    <a:pt x="4572" y="2273312"/>
                  </a:lnTo>
                  <a:lnTo>
                    <a:pt x="1524" y="2311412"/>
                  </a:lnTo>
                  <a:lnTo>
                    <a:pt x="1524" y="2362212"/>
                  </a:lnTo>
                  <a:lnTo>
                    <a:pt x="0" y="2374912"/>
                  </a:lnTo>
                  <a:lnTo>
                    <a:pt x="0" y="2514612"/>
                  </a:lnTo>
                  <a:lnTo>
                    <a:pt x="1524" y="2527312"/>
                  </a:lnTo>
                  <a:lnTo>
                    <a:pt x="1524" y="2578112"/>
                  </a:lnTo>
                  <a:lnTo>
                    <a:pt x="4572" y="2616212"/>
                  </a:lnTo>
                  <a:lnTo>
                    <a:pt x="4572" y="2628912"/>
                  </a:lnTo>
                  <a:lnTo>
                    <a:pt x="6096" y="2667012"/>
                  </a:lnTo>
                  <a:lnTo>
                    <a:pt x="7620" y="2679712"/>
                  </a:lnTo>
                  <a:lnTo>
                    <a:pt x="10668" y="2730512"/>
                  </a:lnTo>
                  <a:lnTo>
                    <a:pt x="13716" y="2743212"/>
                  </a:lnTo>
                  <a:lnTo>
                    <a:pt x="19812" y="2819412"/>
                  </a:lnTo>
                  <a:lnTo>
                    <a:pt x="21336" y="2832112"/>
                  </a:lnTo>
                  <a:lnTo>
                    <a:pt x="30480" y="2895612"/>
                  </a:lnTo>
                  <a:lnTo>
                    <a:pt x="32004" y="2921012"/>
                  </a:lnTo>
                  <a:lnTo>
                    <a:pt x="38100" y="2959112"/>
                  </a:lnTo>
                  <a:lnTo>
                    <a:pt x="42672" y="2971812"/>
                  </a:lnTo>
                  <a:lnTo>
                    <a:pt x="48768" y="3022612"/>
                  </a:lnTo>
                  <a:lnTo>
                    <a:pt x="53340" y="3048012"/>
                  </a:lnTo>
                  <a:lnTo>
                    <a:pt x="56388" y="3060712"/>
                  </a:lnTo>
                  <a:lnTo>
                    <a:pt x="60960" y="3086112"/>
                  </a:lnTo>
                  <a:lnTo>
                    <a:pt x="64008" y="3111512"/>
                  </a:lnTo>
                  <a:lnTo>
                    <a:pt x="86868" y="3200412"/>
                  </a:lnTo>
                  <a:lnTo>
                    <a:pt x="91440" y="3238512"/>
                  </a:lnTo>
                  <a:lnTo>
                    <a:pt x="96012" y="3251212"/>
                  </a:lnTo>
                  <a:lnTo>
                    <a:pt x="111252" y="3314712"/>
                  </a:lnTo>
                  <a:lnTo>
                    <a:pt x="123444" y="3352812"/>
                  </a:lnTo>
                  <a:lnTo>
                    <a:pt x="128016" y="3365512"/>
                  </a:lnTo>
                  <a:lnTo>
                    <a:pt x="140208" y="3416312"/>
                  </a:lnTo>
                  <a:lnTo>
                    <a:pt x="164592" y="3492512"/>
                  </a:lnTo>
                  <a:lnTo>
                    <a:pt x="172212" y="3505212"/>
                  </a:lnTo>
                  <a:lnTo>
                    <a:pt x="184404" y="3543312"/>
                  </a:lnTo>
                  <a:lnTo>
                    <a:pt x="192024" y="3581412"/>
                  </a:lnTo>
                  <a:lnTo>
                    <a:pt x="198120" y="3581412"/>
                  </a:lnTo>
                  <a:lnTo>
                    <a:pt x="220980" y="3657612"/>
                  </a:lnTo>
                  <a:lnTo>
                    <a:pt x="227076" y="3657612"/>
                  </a:lnTo>
                  <a:lnTo>
                    <a:pt x="249923" y="3733812"/>
                  </a:lnTo>
                  <a:lnTo>
                    <a:pt x="259080" y="3746512"/>
                  </a:lnTo>
                  <a:lnTo>
                    <a:pt x="274320" y="3784612"/>
                  </a:lnTo>
                  <a:lnTo>
                    <a:pt x="283451" y="3810012"/>
                  </a:lnTo>
                  <a:lnTo>
                    <a:pt x="291084" y="3822712"/>
                  </a:lnTo>
                  <a:lnTo>
                    <a:pt x="300228" y="3848112"/>
                  </a:lnTo>
                  <a:lnTo>
                    <a:pt x="702551" y="3848112"/>
                  </a:lnTo>
                  <a:lnTo>
                    <a:pt x="684276" y="3810012"/>
                  </a:lnTo>
                  <a:lnTo>
                    <a:pt x="685787" y="3810012"/>
                  </a:lnTo>
                  <a:lnTo>
                    <a:pt x="676656" y="3784612"/>
                  </a:lnTo>
                  <a:lnTo>
                    <a:pt x="669023" y="3771912"/>
                  </a:lnTo>
                  <a:lnTo>
                    <a:pt x="661416" y="3771912"/>
                  </a:lnTo>
                  <a:lnTo>
                    <a:pt x="652272" y="3733812"/>
                  </a:lnTo>
                  <a:lnTo>
                    <a:pt x="644652" y="3733812"/>
                  </a:lnTo>
                  <a:lnTo>
                    <a:pt x="598919" y="3619512"/>
                  </a:lnTo>
                  <a:lnTo>
                    <a:pt x="600456" y="3619512"/>
                  </a:lnTo>
                  <a:lnTo>
                    <a:pt x="585216" y="3581412"/>
                  </a:lnTo>
                  <a:lnTo>
                    <a:pt x="579120" y="3581412"/>
                  </a:lnTo>
                  <a:lnTo>
                    <a:pt x="571487" y="3556012"/>
                  </a:lnTo>
                  <a:lnTo>
                    <a:pt x="565404" y="3543312"/>
                  </a:lnTo>
                  <a:lnTo>
                    <a:pt x="557784" y="3517912"/>
                  </a:lnTo>
                  <a:lnTo>
                    <a:pt x="559308" y="3517912"/>
                  </a:lnTo>
                  <a:lnTo>
                    <a:pt x="551688" y="3505212"/>
                  </a:lnTo>
                  <a:lnTo>
                    <a:pt x="545592" y="3479812"/>
                  </a:lnTo>
                  <a:lnTo>
                    <a:pt x="533387" y="3454412"/>
                  </a:lnTo>
                  <a:lnTo>
                    <a:pt x="502920" y="3352812"/>
                  </a:lnTo>
                  <a:lnTo>
                    <a:pt x="498348" y="3352812"/>
                  </a:lnTo>
                  <a:lnTo>
                    <a:pt x="486156" y="3314712"/>
                  </a:lnTo>
                  <a:lnTo>
                    <a:pt x="487680" y="3314712"/>
                  </a:lnTo>
                  <a:lnTo>
                    <a:pt x="481584" y="3289312"/>
                  </a:lnTo>
                  <a:lnTo>
                    <a:pt x="477012" y="3276612"/>
                  </a:lnTo>
                  <a:lnTo>
                    <a:pt x="470916" y="3251212"/>
                  </a:lnTo>
                  <a:lnTo>
                    <a:pt x="472440" y="3251212"/>
                  </a:lnTo>
                  <a:lnTo>
                    <a:pt x="466344" y="3238512"/>
                  </a:lnTo>
                  <a:lnTo>
                    <a:pt x="458724" y="3200412"/>
                  </a:lnTo>
                  <a:lnTo>
                    <a:pt x="457187" y="3200412"/>
                  </a:lnTo>
                  <a:lnTo>
                    <a:pt x="434340" y="3111512"/>
                  </a:lnTo>
                  <a:lnTo>
                    <a:pt x="435851" y="3111512"/>
                  </a:lnTo>
                  <a:lnTo>
                    <a:pt x="426720" y="3073412"/>
                  </a:lnTo>
                  <a:lnTo>
                    <a:pt x="423672" y="3048012"/>
                  </a:lnTo>
                  <a:lnTo>
                    <a:pt x="419087" y="3035312"/>
                  </a:lnTo>
                  <a:lnTo>
                    <a:pt x="413004" y="2997212"/>
                  </a:lnTo>
                  <a:lnTo>
                    <a:pt x="394716" y="2895612"/>
                  </a:lnTo>
                  <a:lnTo>
                    <a:pt x="393192" y="2895612"/>
                  </a:lnTo>
                  <a:lnTo>
                    <a:pt x="391655" y="2857512"/>
                  </a:lnTo>
                  <a:lnTo>
                    <a:pt x="388620" y="2857512"/>
                  </a:lnTo>
                  <a:lnTo>
                    <a:pt x="385572" y="2819412"/>
                  </a:lnTo>
                  <a:lnTo>
                    <a:pt x="384048" y="2819412"/>
                  </a:lnTo>
                  <a:lnTo>
                    <a:pt x="380987" y="2781312"/>
                  </a:lnTo>
                  <a:lnTo>
                    <a:pt x="379476" y="2781312"/>
                  </a:lnTo>
                  <a:lnTo>
                    <a:pt x="377952" y="2743212"/>
                  </a:lnTo>
                  <a:lnTo>
                    <a:pt x="374904" y="2743212"/>
                  </a:lnTo>
                  <a:lnTo>
                    <a:pt x="371856" y="2705112"/>
                  </a:lnTo>
                  <a:lnTo>
                    <a:pt x="370319" y="2667012"/>
                  </a:lnTo>
                  <a:lnTo>
                    <a:pt x="367284" y="2628912"/>
                  </a:lnTo>
                  <a:lnTo>
                    <a:pt x="367284" y="2616212"/>
                  </a:lnTo>
                  <a:lnTo>
                    <a:pt x="364223" y="2578112"/>
                  </a:lnTo>
                  <a:lnTo>
                    <a:pt x="364223" y="2552712"/>
                  </a:lnTo>
                  <a:lnTo>
                    <a:pt x="362712" y="2540012"/>
                  </a:lnTo>
                  <a:lnTo>
                    <a:pt x="362712" y="2501912"/>
                  </a:lnTo>
                  <a:lnTo>
                    <a:pt x="361188" y="2476512"/>
                  </a:lnTo>
                  <a:lnTo>
                    <a:pt x="361188" y="2400312"/>
                  </a:lnTo>
                  <a:lnTo>
                    <a:pt x="362712" y="2387612"/>
                  </a:lnTo>
                  <a:lnTo>
                    <a:pt x="362712" y="2349512"/>
                  </a:lnTo>
                  <a:lnTo>
                    <a:pt x="364223" y="2324112"/>
                  </a:lnTo>
                  <a:lnTo>
                    <a:pt x="364223" y="2310396"/>
                  </a:lnTo>
                  <a:lnTo>
                    <a:pt x="364223" y="2298712"/>
                  </a:lnTo>
                  <a:lnTo>
                    <a:pt x="367284" y="2260612"/>
                  </a:lnTo>
                  <a:lnTo>
                    <a:pt x="367284" y="2247912"/>
                  </a:lnTo>
                  <a:lnTo>
                    <a:pt x="370319" y="2209812"/>
                  </a:lnTo>
                  <a:lnTo>
                    <a:pt x="371856" y="2184412"/>
                  </a:lnTo>
                  <a:lnTo>
                    <a:pt x="374904" y="2146312"/>
                  </a:lnTo>
                  <a:lnTo>
                    <a:pt x="377952" y="2133612"/>
                  </a:lnTo>
                  <a:lnTo>
                    <a:pt x="380987" y="2095512"/>
                  </a:lnTo>
                  <a:lnTo>
                    <a:pt x="385572" y="2057412"/>
                  </a:lnTo>
                  <a:lnTo>
                    <a:pt x="391655" y="2019312"/>
                  </a:lnTo>
                  <a:lnTo>
                    <a:pt x="393192" y="1993912"/>
                  </a:lnTo>
                  <a:lnTo>
                    <a:pt x="396240" y="1981212"/>
                  </a:lnTo>
                  <a:lnTo>
                    <a:pt x="402323" y="1943112"/>
                  </a:lnTo>
                  <a:lnTo>
                    <a:pt x="405384" y="1917712"/>
                  </a:lnTo>
                  <a:lnTo>
                    <a:pt x="406908" y="1917712"/>
                  </a:lnTo>
                  <a:lnTo>
                    <a:pt x="408419" y="1905012"/>
                  </a:lnTo>
                  <a:lnTo>
                    <a:pt x="413004" y="1892312"/>
                  </a:lnTo>
                  <a:lnTo>
                    <a:pt x="419087" y="1854212"/>
                  </a:lnTo>
                  <a:lnTo>
                    <a:pt x="423672" y="1828812"/>
                  </a:lnTo>
                  <a:lnTo>
                    <a:pt x="435851" y="1778012"/>
                  </a:lnTo>
                  <a:lnTo>
                    <a:pt x="434340" y="1778012"/>
                  </a:lnTo>
                  <a:lnTo>
                    <a:pt x="461772" y="1663712"/>
                  </a:lnTo>
                  <a:lnTo>
                    <a:pt x="463283" y="1663712"/>
                  </a:lnTo>
                  <a:lnTo>
                    <a:pt x="466344" y="1638312"/>
                  </a:lnTo>
                  <a:lnTo>
                    <a:pt x="470916" y="1638312"/>
                  </a:lnTo>
                  <a:lnTo>
                    <a:pt x="477012" y="1612912"/>
                  </a:lnTo>
                  <a:lnTo>
                    <a:pt x="481584" y="1600212"/>
                  </a:lnTo>
                  <a:lnTo>
                    <a:pt x="487680" y="1574812"/>
                  </a:lnTo>
                  <a:lnTo>
                    <a:pt x="486156" y="1574812"/>
                  </a:lnTo>
                  <a:lnTo>
                    <a:pt x="498348" y="1536712"/>
                  </a:lnTo>
                  <a:lnTo>
                    <a:pt x="502920" y="1524012"/>
                  </a:lnTo>
                  <a:lnTo>
                    <a:pt x="509016" y="1498612"/>
                  </a:lnTo>
                  <a:lnTo>
                    <a:pt x="512051" y="1498612"/>
                  </a:lnTo>
                  <a:lnTo>
                    <a:pt x="545592" y="1397012"/>
                  </a:lnTo>
                  <a:lnTo>
                    <a:pt x="548640" y="1397012"/>
                  </a:lnTo>
                  <a:lnTo>
                    <a:pt x="551688" y="1384312"/>
                  </a:lnTo>
                  <a:lnTo>
                    <a:pt x="559308" y="1371612"/>
                  </a:lnTo>
                  <a:lnTo>
                    <a:pt x="557784" y="1371612"/>
                  </a:lnTo>
                  <a:lnTo>
                    <a:pt x="565404" y="1346212"/>
                  </a:lnTo>
                  <a:lnTo>
                    <a:pt x="571487" y="1333512"/>
                  </a:lnTo>
                  <a:lnTo>
                    <a:pt x="579120" y="1308112"/>
                  </a:lnTo>
                  <a:lnTo>
                    <a:pt x="585216" y="1295412"/>
                  </a:lnTo>
                  <a:lnTo>
                    <a:pt x="600456" y="1257312"/>
                  </a:lnTo>
                  <a:lnTo>
                    <a:pt x="598919" y="1257312"/>
                  </a:lnTo>
                  <a:lnTo>
                    <a:pt x="614172" y="1219212"/>
                  </a:lnTo>
                  <a:lnTo>
                    <a:pt x="621792" y="1219212"/>
                  </a:lnTo>
                  <a:lnTo>
                    <a:pt x="644652" y="1155712"/>
                  </a:lnTo>
                  <a:lnTo>
                    <a:pt x="652272" y="1143012"/>
                  </a:lnTo>
                  <a:lnTo>
                    <a:pt x="661416" y="1130312"/>
                  </a:lnTo>
                  <a:lnTo>
                    <a:pt x="659892" y="1130312"/>
                  </a:lnTo>
                  <a:lnTo>
                    <a:pt x="669023" y="1104912"/>
                  </a:lnTo>
                  <a:lnTo>
                    <a:pt x="676643" y="1104912"/>
                  </a:lnTo>
                  <a:lnTo>
                    <a:pt x="676643" y="1117092"/>
                  </a:lnTo>
                  <a:lnTo>
                    <a:pt x="681202" y="1104912"/>
                  </a:lnTo>
                  <a:lnTo>
                    <a:pt x="685787" y="1079512"/>
                  </a:lnTo>
                  <a:lnTo>
                    <a:pt x="684276" y="1079512"/>
                  </a:lnTo>
                  <a:lnTo>
                    <a:pt x="702551" y="1041412"/>
                  </a:lnTo>
                  <a:lnTo>
                    <a:pt x="701040" y="1041412"/>
                  </a:lnTo>
                  <a:lnTo>
                    <a:pt x="719328" y="1028712"/>
                  </a:lnTo>
                  <a:lnTo>
                    <a:pt x="717804" y="1028712"/>
                  </a:lnTo>
                  <a:lnTo>
                    <a:pt x="728472" y="990600"/>
                  </a:lnTo>
                  <a:lnTo>
                    <a:pt x="736079" y="990600"/>
                  </a:lnTo>
                  <a:lnTo>
                    <a:pt x="736079" y="1002792"/>
                  </a:lnTo>
                  <a:lnTo>
                    <a:pt x="740651" y="990600"/>
                  </a:lnTo>
                  <a:lnTo>
                    <a:pt x="763524" y="927100"/>
                  </a:lnTo>
                  <a:lnTo>
                    <a:pt x="768083" y="927100"/>
                  </a:lnTo>
                  <a:lnTo>
                    <a:pt x="790956" y="876300"/>
                  </a:lnTo>
                  <a:lnTo>
                    <a:pt x="800087" y="876300"/>
                  </a:lnTo>
                  <a:lnTo>
                    <a:pt x="810755" y="850900"/>
                  </a:lnTo>
                  <a:lnTo>
                    <a:pt x="809244" y="850900"/>
                  </a:lnTo>
                  <a:lnTo>
                    <a:pt x="819912" y="838200"/>
                  </a:lnTo>
                  <a:lnTo>
                    <a:pt x="829056" y="838200"/>
                  </a:lnTo>
                  <a:lnTo>
                    <a:pt x="839724" y="800100"/>
                  </a:lnTo>
                  <a:lnTo>
                    <a:pt x="838187" y="800100"/>
                  </a:lnTo>
                  <a:lnTo>
                    <a:pt x="870204" y="762000"/>
                  </a:lnTo>
                  <a:lnTo>
                    <a:pt x="868680" y="762000"/>
                  </a:lnTo>
                  <a:lnTo>
                    <a:pt x="890016" y="723900"/>
                  </a:lnTo>
                  <a:lnTo>
                    <a:pt x="899160" y="723900"/>
                  </a:lnTo>
                  <a:lnTo>
                    <a:pt x="911352" y="698500"/>
                  </a:lnTo>
                  <a:lnTo>
                    <a:pt x="909828" y="698500"/>
                  </a:lnTo>
                  <a:lnTo>
                    <a:pt x="920483" y="685800"/>
                  </a:lnTo>
                  <a:lnTo>
                    <a:pt x="941819" y="647700"/>
                  </a:lnTo>
                  <a:lnTo>
                    <a:pt x="952487" y="647700"/>
                  </a:lnTo>
                  <a:lnTo>
                    <a:pt x="964692" y="622300"/>
                  </a:lnTo>
                  <a:lnTo>
                    <a:pt x="963155" y="622300"/>
                  </a:lnTo>
                  <a:lnTo>
                    <a:pt x="975360" y="609600"/>
                  </a:lnTo>
                  <a:lnTo>
                    <a:pt x="986028" y="609600"/>
                  </a:lnTo>
                  <a:lnTo>
                    <a:pt x="996683" y="584200"/>
                  </a:lnTo>
                  <a:lnTo>
                    <a:pt x="1008888" y="571500"/>
                  </a:lnTo>
                  <a:lnTo>
                    <a:pt x="1019556" y="571500"/>
                  </a:lnTo>
                  <a:lnTo>
                    <a:pt x="1031748" y="533400"/>
                  </a:lnTo>
                  <a:lnTo>
                    <a:pt x="1042416" y="533400"/>
                  </a:lnTo>
                  <a:lnTo>
                    <a:pt x="1054608" y="508000"/>
                  </a:lnTo>
                  <a:lnTo>
                    <a:pt x="1057656" y="508000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2223" y="3249992"/>
            <a:ext cx="3197860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i="1" dirty="0">
                <a:solidFill>
                  <a:srgbClr val="181818"/>
                </a:solidFill>
                <a:latin typeface="Times New Roman"/>
                <a:cs typeface="Times New Roman"/>
              </a:rPr>
              <a:t>Thank</a:t>
            </a:r>
            <a:r>
              <a:rPr sz="5600" i="1" spc="-110" dirty="0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5600" i="1" spc="-25" dirty="0">
                <a:solidFill>
                  <a:srgbClr val="181818"/>
                </a:solidFill>
                <a:latin typeface="Times New Roman"/>
                <a:cs typeface="Times New Roman"/>
              </a:rPr>
              <a:t>you</a:t>
            </a:r>
            <a:endParaRPr sz="56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540240" y="1315212"/>
            <a:ext cx="1149350" cy="4914900"/>
            <a:chOff x="9540240" y="1315212"/>
            <a:chExt cx="1149350" cy="491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631680" y="1315211"/>
              <a:ext cx="1057910" cy="4915535"/>
            </a:xfrm>
            <a:custGeom>
              <a:avLst/>
              <a:gdLst/>
              <a:ahLst/>
              <a:cxnLst/>
              <a:rect l="l" t="t" r="r" b="b"/>
              <a:pathLst>
                <a:path w="1057909" h="4915535">
                  <a:moveTo>
                    <a:pt x="406908" y="1929396"/>
                  </a:moveTo>
                  <a:lnTo>
                    <a:pt x="405384" y="1929396"/>
                  </a:lnTo>
                  <a:lnTo>
                    <a:pt x="405384" y="1943100"/>
                  </a:lnTo>
                  <a:lnTo>
                    <a:pt x="406908" y="1929396"/>
                  </a:lnTo>
                  <a:close/>
                </a:path>
                <a:path w="1057909" h="4915535">
                  <a:moveTo>
                    <a:pt x="463283" y="1676400"/>
                  </a:moveTo>
                  <a:lnTo>
                    <a:pt x="461772" y="1676400"/>
                  </a:lnTo>
                  <a:lnTo>
                    <a:pt x="461772" y="1688592"/>
                  </a:lnTo>
                  <a:lnTo>
                    <a:pt x="463283" y="1676400"/>
                  </a:lnTo>
                  <a:close/>
                </a:path>
                <a:path w="1057909" h="4915535">
                  <a:moveTo>
                    <a:pt x="469379" y="1650492"/>
                  </a:moveTo>
                  <a:lnTo>
                    <a:pt x="466344" y="1650492"/>
                  </a:lnTo>
                  <a:lnTo>
                    <a:pt x="466344" y="1662696"/>
                  </a:lnTo>
                  <a:lnTo>
                    <a:pt x="469379" y="1650492"/>
                  </a:lnTo>
                  <a:close/>
                </a:path>
                <a:path w="1057909" h="4915535">
                  <a:moveTo>
                    <a:pt x="512051" y="1510296"/>
                  </a:moveTo>
                  <a:lnTo>
                    <a:pt x="509016" y="1510296"/>
                  </a:lnTo>
                  <a:lnTo>
                    <a:pt x="509016" y="1524000"/>
                  </a:lnTo>
                  <a:lnTo>
                    <a:pt x="512051" y="1510296"/>
                  </a:lnTo>
                  <a:close/>
                </a:path>
                <a:path w="1057909" h="4915535">
                  <a:moveTo>
                    <a:pt x="548640" y="1409700"/>
                  </a:moveTo>
                  <a:lnTo>
                    <a:pt x="545579" y="1409700"/>
                  </a:lnTo>
                  <a:lnTo>
                    <a:pt x="545579" y="1421892"/>
                  </a:lnTo>
                  <a:lnTo>
                    <a:pt x="548640" y="1409700"/>
                  </a:lnTo>
                  <a:close/>
                </a:path>
                <a:path w="1057909" h="4915535">
                  <a:moveTo>
                    <a:pt x="728472" y="3898392"/>
                  </a:moveTo>
                  <a:lnTo>
                    <a:pt x="717804" y="3886212"/>
                  </a:lnTo>
                  <a:lnTo>
                    <a:pt x="719315" y="3886212"/>
                  </a:lnTo>
                  <a:lnTo>
                    <a:pt x="710184" y="3860292"/>
                  </a:lnTo>
                  <a:lnTo>
                    <a:pt x="307848" y="3860292"/>
                  </a:lnTo>
                  <a:lnTo>
                    <a:pt x="316979" y="3898392"/>
                  </a:lnTo>
                  <a:lnTo>
                    <a:pt x="728472" y="3898392"/>
                  </a:lnTo>
                  <a:close/>
                </a:path>
                <a:path w="1057909" h="4915535">
                  <a:moveTo>
                    <a:pt x="768083" y="938784"/>
                  </a:moveTo>
                  <a:lnTo>
                    <a:pt x="763511" y="938784"/>
                  </a:lnTo>
                  <a:lnTo>
                    <a:pt x="763511" y="952500"/>
                  </a:lnTo>
                  <a:lnTo>
                    <a:pt x="768083" y="938784"/>
                  </a:lnTo>
                  <a:close/>
                </a:path>
                <a:path w="1057909" h="4915535">
                  <a:moveTo>
                    <a:pt x="947915" y="659892"/>
                  </a:moveTo>
                  <a:lnTo>
                    <a:pt x="941819" y="659892"/>
                  </a:lnTo>
                  <a:lnTo>
                    <a:pt x="941819" y="672084"/>
                  </a:lnTo>
                  <a:lnTo>
                    <a:pt x="947915" y="659892"/>
                  </a:lnTo>
                  <a:close/>
                </a:path>
                <a:path w="1057909" h="4915535">
                  <a:moveTo>
                    <a:pt x="1057643" y="4381512"/>
                  </a:moveTo>
                  <a:lnTo>
                    <a:pt x="1054595" y="4381512"/>
                  </a:lnTo>
                  <a:lnTo>
                    <a:pt x="1042403" y="4367796"/>
                  </a:lnTo>
                  <a:lnTo>
                    <a:pt x="1036307" y="4355604"/>
                  </a:lnTo>
                  <a:lnTo>
                    <a:pt x="1031735" y="4355604"/>
                  </a:lnTo>
                  <a:lnTo>
                    <a:pt x="1007351" y="4317504"/>
                  </a:lnTo>
                  <a:lnTo>
                    <a:pt x="996683" y="4317504"/>
                  </a:lnTo>
                  <a:lnTo>
                    <a:pt x="986015" y="4291596"/>
                  </a:lnTo>
                  <a:lnTo>
                    <a:pt x="973823" y="4279404"/>
                  </a:lnTo>
                  <a:lnTo>
                    <a:pt x="975347" y="4279404"/>
                  </a:lnTo>
                  <a:lnTo>
                    <a:pt x="963155" y="4267212"/>
                  </a:lnTo>
                  <a:lnTo>
                    <a:pt x="964679" y="4267212"/>
                  </a:lnTo>
                  <a:lnTo>
                    <a:pt x="952487" y="4253496"/>
                  </a:lnTo>
                  <a:lnTo>
                    <a:pt x="954011" y="4253496"/>
                  </a:lnTo>
                  <a:lnTo>
                    <a:pt x="941819" y="4241304"/>
                  </a:lnTo>
                  <a:lnTo>
                    <a:pt x="909815" y="4203204"/>
                  </a:lnTo>
                  <a:lnTo>
                    <a:pt x="911339" y="4203204"/>
                  </a:lnTo>
                  <a:lnTo>
                    <a:pt x="899147" y="4177296"/>
                  </a:lnTo>
                  <a:lnTo>
                    <a:pt x="900671" y="4177296"/>
                  </a:lnTo>
                  <a:lnTo>
                    <a:pt x="894575" y="4165104"/>
                  </a:lnTo>
                  <a:lnTo>
                    <a:pt x="890003" y="4165104"/>
                  </a:lnTo>
                  <a:lnTo>
                    <a:pt x="868667" y="4127004"/>
                  </a:lnTo>
                  <a:lnTo>
                    <a:pt x="870191" y="4127004"/>
                  </a:lnTo>
                  <a:lnTo>
                    <a:pt x="848855" y="4101096"/>
                  </a:lnTo>
                  <a:lnTo>
                    <a:pt x="842759" y="4088904"/>
                  </a:lnTo>
                  <a:lnTo>
                    <a:pt x="839711" y="4088904"/>
                  </a:lnTo>
                  <a:lnTo>
                    <a:pt x="829043" y="4076712"/>
                  </a:lnTo>
                  <a:lnTo>
                    <a:pt x="819899" y="4050804"/>
                  </a:lnTo>
                  <a:lnTo>
                    <a:pt x="810755" y="4050804"/>
                  </a:lnTo>
                  <a:lnTo>
                    <a:pt x="800087" y="4024896"/>
                  </a:lnTo>
                  <a:lnTo>
                    <a:pt x="781799" y="4000512"/>
                  </a:lnTo>
                  <a:lnTo>
                    <a:pt x="763511" y="3962412"/>
                  </a:lnTo>
                  <a:lnTo>
                    <a:pt x="754367" y="3948696"/>
                  </a:lnTo>
                  <a:lnTo>
                    <a:pt x="736079" y="3910596"/>
                  </a:lnTo>
                  <a:lnTo>
                    <a:pt x="726935" y="3898404"/>
                  </a:lnTo>
                  <a:lnTo>
                    <a:pt x="326123" y="3898404"/>
                  </a:lnTo>
                  <a:lnTo>
                    <a:pt x="333743" y="3924312"/>
                  </a:lnTo>
                  <a:lnTo>
                    <a:pt x="361175" y="3974604"/>
                  </a:lnTo>
                  <a:lnTo>
                    <a:pt x="371843" y="4000512"/>
                  </a:lnTo>
                  <a:lnTo>
                    <a:pt x="399275" y="4050804"/>
                  </a:lnTo>
                  <a:lnTo>
                    <a:pt x="409943" y="4076712"/>
                  </a:lnTo>
                  <a:lnTo>
                    <a:pt x="419087" y="4088904"/>
                  </a:lnTo>
                  <a:lnTo>
                    <a:pt x="429755" y="4114812"/>
                  </a:lnTo>
                  <a:lnTo>
                    <a:pt x="438899" y="4127004"/>
                  </a:lnTo>
                  <a:lnTo>
                    <a:pt x="460235" y="4165104"/>
                  </a:lnTo>
                  <a:lnTo>
                    <a:pt x="469379" y="4177296"/>
                  </a:lnTo>
                  <a:lnTo>
                    <a:pt x="501383" y="4241304"/>
                  </a:lnTo>
                  <a:lnTo>
                    <a:pt x="512051" y="4241304"/>
                  </a:lnTo>
                  <a:lnTo>
                    <a:pt x="524243" y="4267212"/>
                  </a:lnTo>
                  <a:lnTo>
                    <a:pt x="556247" y="4317504"/>
                  </a:lnTo>
                  <a:lnTo>
                    <a:pt x="568439" y="4329696"/>
                  </a:lnTo>
                  <a:lnTo>
                    <a:pt x="579107" y="4355604"/>
                  </a:lnTo>
                  <a:lnTo>
                    <a:pt x="591299" y="4367796"/>
                  </a:lnTo>
                  <a:lnTo>
                    <a:pt x="601967" y="4393704"/>
                  </a:lnTo>
                  <a:lnTo>
                    <a:pt x="638543" y="4431804"/>
                  </a:lnTo>
                  <a:lnTo>
                    <a:pt x="649211" y="4457712"/>
                  </a:lnTo>
                  <a:lnTo>
                    <a:pt x="661403" y="4469904"/>
                  </a:lnTo>
                  <a:lnTo>
                    <a:pt x="685787" y="4508004"/>
                  </a:lnTo>
                  <a:lnTo>
                    <a:pt x="697979" y="4508004"/>
                  </a:lnTo>
                  <a:lnTo>
                    <a:pt x="711695" y="4533912"/>
                  </a:lnTo>
                  <a:lnTo>
                    <a:pt x="736079" y="4572012"/>
                  </a:lnTo>
                  <a:lnTo>
                    <a:pt x="749795" y="4584204"/>
                  </a:lnTo>
                  <a:lnTo>
                    <a:pt x="774179" y="4622304"/>
                  </a:lnTo>
                  <a:lnTo>
                    <a:pt x="787895" y="4622304"/>
                  </a:lnTo>
                  <a:lnTo>
                    <a:pt x="801611" y="4648212"/>
                  </a:lnTo>
                  <a:lnTo>
                    <a:pt x="813803" y="4660404"/>
                  </a:lnTo>
                  <a:lnTo>
                    <a:pt x="854951" y="4698504"/>
                  </a:lnTo>
                  <a:lnTo>
                    <a:pt x="867143" y="4724412"/>
                  </a:lnTo>
                  <a:lnTo>
                    <a:pt x="908291" y="4774704"/>
                  </a:lnTo>
                  <a:lnTo>
                    <a:pt x="923531" y="4774704"/>
                  </a:lnTo>
                  <a:lnTo>
                    <a:pt x="950963" y="4812804"/>
                  </a:lnTo>
                  <a:lnTo>
                    <a:pt x="1022591" y="4889004"/>
                  </a:lnTo>
                  <a:lnTo>
                    <a:pt x="1037831" y="4889004"/>
                  </a:lnTo>
                  <a:lnTo>
                    <a:pt x="1051547" y="4914912"/>
                  </a:lnTo>
                  <a:lnTo>
                    <a:pt x="1057643" y="4914912"/>
                  </a:lnTo>
                  <a:lnTo>
                    <a:pt x="1057643" y="4381512"/>
                  </a:lnTo>
                  <a:close/>
                </a:path>
                <a:path w="1057909" h="4915535">
                  <a:moveTo>
                    <a:pt x="1057656" y="0"/>
                  </a:moveTo>
                  <a:lnTo>
                    <a:pt x="1037844" y="0"/>
                  </a:lnTo>
                  <a:lnTo>
                    <a:pt x="1022604" y="12700"/>
                  </a:lnTo>
                  <a:lnTo>
                    <a:pt x="950976" y="76200"/>
                  </a:lnTo>
                  <a:lnTo>
                    <a:pt x="923544" y="114300"/>
                  </a:lnTo>
                  <a:lnTo>
                    <a:pt x="908304" y="127000"/>
                  </a:lnTo>
                  <a:lnTo>
                    <a:pt x="867156" y="190500"/>
                  </a:lnTo>
                  <a:lnTo>
                    <a:pt x="854951" y="190500"/>
                  </a:lnTo>
                  <a:lnTo>
                    <a:pt x="813816" y="228600"/>
                  </a:lnTo>
                  <a:lnTo>
                    <a:pt x="801624" y="266700"/>
                  </a:lnTo>
                  <a:lnTo>
                    <a:pt x="774192" y="279400"/>
                  </a:lnTo>
                  <a:lnTo>
                    <a:pt x="749808" y="317500"/>
                  </a:lnTo>
                  <a:lnTo>
                    <a:pt x="736092" y="342900"/>
                  </a:lnTo>
                  <a:lnTo>
                    <a:pt x="711708" y="381000"/>
                  </a:lnTo>
                  <a:lnTo>
                    <a:pt x="697992" y="381000"/>
                  </a:lnTo>
                  <a:lnTo>
                    <a:pt x="661416" y="419100"/>
                  </a:lnTo>
                  <a:lnTo>
                    <a:pt x="649224" y="457200"/>
                  </a:lnTo>
                  <a:lnTo>
                    <a:pt x="638556" y="457200"/>
                  </a:lnTo>
                  <a:lnTo>
                    <a:pt x="601980" y="508000"/>
                  </a:lnTo>
                  <a:lnTo>
                    <a:pt x="591312" y="533400"/>
                  </a:lnTo>
                  <a:lnTo>
                    <a:pt x="579120" y="546100"/>
                  </a:lnTo>
                  <a:lnTo>
                    <a:pt x="568452" y="571500"/>
                  </a:lnTo>
                  <a:lnTo>
                    <a:pt x="556260" y="571500"/>
                  </a:lnTo>
                  <a:lnTo>
                    <a:pt x="524256" y="647700"/>
                  </a:lnTo>
                  <a:lnTo>
                    <a:pt x="512051" y="647700"/>
                  </a:lnTo>
                  <a:lnTo>
                    <a:pt x="501383" y="660400"/>
                  </a:lnTo>
                  <a:lnTo>
                    <a:pt x="469392" y="723900"/>
                  </a:lnTo>
                  <a:lnTo>
                    <a:pt x="460248" y="736600"/>
                  </a:lnTo>
                  <a:lnTo>
                    <a:pt x="438912" y="762000"/>
                  </a:lnTo>
                  <a:lnTo>
                    <a:pt x="429755" y="800100"/>
                  </a:lnTo>
                  <a:lnTo>
                    <a:pt x="419087" y="800100"/>
                  </a:lnTo>
                  <a:lnTo>
                    <a:pt x="409956" y="838200"/>
                  </a:lnTo>
                  <a:lnTo>
                    <a:pt x="399288" y="838200"/>
                  </a:lnTo>
                  <a:lnTo>
                    <a:pt x="371856" y="914400"/>
                  </a:lnTo>
                  <a:lnTo>
                    <a:pt x="361188" y="914400"/>
                  </a:lnTo>
                  <a:lnTo>
                    <a:pt x="333756" y="965200"/>
                  </a:lnTo>
                  <a:lnTo>
                    <a:pt x="326123" y="990600"/>
                  </a:lnTo>
                  <a:lnTo>
                    <a:pt x="307848" y="1028712"/>
                  </a:lnTo>
                  <a:lnTo>
                    <a:pt x="300228" y="1041412"/>
                  </a:lnTo>
                  <a:lnTo>
                    <a:pt x="291084" y="1066812"/>
                  </a:lnTo>
                  <a:lnTo>
                    <a:pt x="283451" y="1079512"/>
                  </a:lnTo>
                  <a:lnTo>
                    <a:pt x="274320" y="1104912"/>
                  </a:lnTo>
                  <a:lnTo>
                    <a:pt x="259080" y="1143012"/>
                  </a:lnTo>
                  <a:lnTo>
                    <a:pt x="249923" y="1155712"/>
                  </a:lnTo>
                  <a:lnTo>
                    <a:pt x="227076" y="1219212"/>
                  </a:lnTo>
                  <a:lnTo>
                    <a:pt x="220980" y="1231912"/>
                  </a:lnTo>
                  <a:lnTo>
                    <a:pt x="198120" y="1295412"/>
                  </a:lnTo>
                  <a:lnTo>
                    <a:pt x="192024" y="1308112"/>
                  </a:lnTo>
                  <a:lnTo>
                    <a:pt x="184404" y="1333512"/>
                  </a:lnTo>
                  <a:lnTo>
                    <a:pt x="172212" y="1371612"/>
                  </a:lnTo>
                  <a:lnTo>
                    <a:pt x="164592" y="1397012"/>
                  </a:lnTo>
                  <a:lnTo>
                    <a:pt x="128016" y="1511312"/>
                  </a:lnTo>
                  <a:lnTo>
                    <a:pt x="123444" y="1524012"/>
                  </a:lnTo>
                  <a:lnTo>
                    <a:pt x="117348" y="1562112"/>
                  </a:lnTo>
                  <a:lnTo>
                    <a:pt x="111252" y="1574812"/>
                  </a:lnTo>
                  <a:lnTo>
                    <a:pt x="96012" y="1638312"/>
                  </a:lnTo>
                  <a:lnTo>
                    <a:pt x="91440" y="1651012"/>
                  </a:lnTo>
                  <a:lnTo>
                    <a:pt x="86868" y="1676412"/>
                  </a:lnTo>
                  <a:lnTo>
                    <a:pt x="64008" y="1778012"/>
                  </a:lnTo>
                  <a:lnTo>
                    <a:pt x="53340" y="1841512"/>
                  </a:lnTo>
                  <a:lnTo>
                    <a:pt x="48768" y="1866912"/>
                  </a:lnTo>
                  <a:lnTo>
                    <a:pt x="42672" y="1905012"/>
                  </a:lnTo>
                  <a:lnTo>
                    <a:pt x="38100" y="1930412"/>
                  </a:lnTo>
                  <a:lnTo>
                    <a:pt x="32004" y="1968512"/>
                  </a:lnTo>
                  <a:lnTo>
                    <a:pt x="16764" y="2095512"/>
                  </a:lnTo>
                  <a:lnTo>
                    <a:pt x="13716" y="2133612"/>
                  </a:lnTo>
                  <a:lnTo>
                    <a:pt x="10668" y="2159012"/>
                  </a:lnTo>
                  <a:lnTo>
                    <a:pt x="7620" y="2209812"/>
                  </a:lnTo>
                  <a:lnTo>
                    <a:pt x="4572" y="2247912"/>
                  </a:lnTo>
                  <a:lnTo>
                    <a:pt x="4572" y="2273312"/>
                  </a:lnTo>
                  <a:lnTo>
                    <a:pt x="1524" y="2311412"/>
                  </a:lnTo>
                  <a:lnTo>
                    <a:pt x="1524" y="2362212"/>
                  </a:lnTo>
                  <a:lnTo>
                    <a:pt x="0" y="2374912"/>
                  </a:lnTo>
                  <a:lnTo>
                    <a:pt x="0" y="2514612"/>
                  </a:lnTo>
                  <a:lnTo>
                    <a:pt x="1524" y="2527312"/>
                  </a:lnTo>
                  <a:lnTo>
                    <a:pt x="1524" y="2578112"/>
                  </a:lnTo>
                  <a:lnTo>
                    <a:pt x="4572" y="2616212"/>
                  </a:lnTo>
                  <a:lnTo>
                    <a:pt x="4572" y="2628912"/>
                  </a:lnTo>
                  <a:lnTo>
                    <a:pt x="6096" y="2667012"/>
                  </a:lnTo>
                  <a:lnTo>
                    <a:pt x="7620" y="2679712"/>
                  </a:lnTo>
                  <a:lnTo>
                    <a:pt x="10668" y="2730512"/>
                  </a:lnTo>
                  <a:lnTo>
                    <a:pt x="13716" y="2743212"/>
                  </a:lnTo>
                  <a:lnTo>
                    <a:pt x="19812" y="2819412"/>
                  </a:lnTo>
                  <a:lnTo>
                    <a:pt x="21336" y="2832112"/>
                  </a:lnTo>
                  <a:lnTo>
                    <a:pt x="30480" y="2895612"/>
                  </a:lnTo>
                  <a:lnTo>
                    <a:pt x="32004" y="2921012"/>
                  </a:lnTo>
                  <a:lnTo>
                    <a:pt x="38100" y="2959112"/>
                  </a:lnTo>
                  <a:lnTo>
                    <a:pt x="42672" y="2971812"/>
                  </a:lnTo>
                  <a:lnTo>
                    <a:pt x="48768" y="3022612"/>
                  </a:lnTo>
                  <a:lnTo>
                    <a:pt x="53340" y="3048012"/>
                  </a:lnTo>
                  <a:lnTo>
                    <a:pt x="56388" y="3060712"/>
                  </a:lnTo>
                  <a:lnTo>
                    <a:pt x="60960" y="3086112"/>
                  </a:lnTo>
                  <a:lnTo>
                    <a:pt x="64008" y="3111512"/>
                  </a:lnTo>
                  <a:lnTo>
                    <a:pt x="86868" y="3200412"/>
                  </a:lnTo>
                  <a:lnTo>
                    <a:pt x="91440" y="3238512"/>
                  </a:lnTo>
                  <a:lnTo>
                    <a:pt x="96012" y="3251212"/>
                  </a:lnTo>
                  <a:lnTo>
                    <a:pt x="111252" y="3314712"/>
                  </a:lnTo>
                  <a:lnTo>
                    <a:pt x="123444" y="3352812"/>
                  </a:lnTo>
                  <a:lnTo>
                    <a:pt x="128016" y="3365512"/>
                  </a:lnTo>
                  <a:lnTo>
                    <a:pt x="140208" y="3416312"/>
                  </a:lnTo>
                  <a:lnTo>
                    <a:pt x="164592" y="3492512"/>
                  </a:lnTo>
                  <a:lnTo>
                    <a:pt x="172212" y="3505212"/>
                  </a:lnTo>
                  <a:lnTo>
                    <a:pt x="184404" y="3543312"/>
                  </a:lnTo>
                  <a:lnTo>
                    <a:pt x="192024" y="3581412"/>
                  </a:lnTo>
                  <a:lnTo>
                    <a:pt x="198120" y="3581412"/>
                  </a:lnTo>
                  <a:lnTo>
                    <a:pt x="220980" y="3657612"/>
                  </a:lnTo>
                  <a:lnTo>
                    <a:pt x="227076" y="3657612"/>
                  </a:lnTo>
                  <a:lnTo>
                    <a:pt x="249923" y="3733812"/>
                  </a:lnTo>
                  <a:lnTo>
                    <a:pt x="259080" y="3746512"/>
                  </a:lnTo>
                  <a:lnTo>
                    <a:pt x="274320" y="3784612"/>
                  </a:lnTo>
                  <a:lnTo>
                    <a:pt x="283451" y="3810012"/>
                  </a:lnTo>
                  <a:lnTo>
                    <a:pt x="291084" y="3822712"/>
                  </a:lnTo>
                  <a:lnTo>
                    <a:pt x="300228" y="3848112"/>
                  </a:lnTo>
                  <a:lnTo>
                    <a:pt x="702551" y="3848112"/>
                  </a:lnTo>
                  <a:lnTo>
                    <a:pt x="684276" y="3810012"/>
                  </a:lnTo>
                  <a:lnTo>
                    <a:pt x="685787" y="3810012"/>
                  </a:lnTo>
                  <a:lnTo>
                    <a:pt x="676656" y="3784612"/>
                  </a:lnTo>
                  <a:lnTo>
                    <a:pt x="669023" y="3771912"/>
                  </a:lnTo>
                  <a:lnTo>
                    <a:pt x="661416" y="3771912"/>
                  </a:lnTo>
                  <a:lnTo>
                    <a:pt x="652272" y="3733812"/>
                  </a:lnTo>
                  <a:lnTo>
                    <a:pt x="644652" y="3733812"/>
                  </a:lnTo>
                  <a:lnTo>
                    <a:pt x="598919" y="3619512"/>
                  </a:lnTo>
                  <a:lnTo>
                    <a:pt x="600456" y="3619512"/>
                  </a:lnTo>
                  <a:lnTo>
                    <a:pt x="585216" y="3581412"/>
                  </a:lnTo>
                  <a:lnTo>
                    <a:pt x="579120" y="3581412"/>
                  </a:lnTo>
                  <a:lnTo>
                    <a:pt x="571487" y="3556012"/>
                  </a:lnTo>
                  <a:lnTo>
                    <a:pt x="565404" y="3543312"/>
                  </a:lnTo>
                  <a:lnTo>
                    <a:pt x="557784" y="3517912"/>
                  </a:lnTo>
                  <a:lnTo>
                    <a:pt x="559308" y="3517912"/>
                  </a:lnTo>
                  <a:lnTo>
                    <a:pt x="551688" y="3505212"/>
                  </a:lnTo>
                  <a:lnTo>
                    <a:pt x="545592" y="3479812"/>
                  </a:lnTo>
                  <a:lnTo>
                    <a:pt x="533387" y="3454412"/>
                  </a:lnTo>
                  <a:lnTo>
                    <a:pt x="502920" y="3352812"/>
                  </a:lnTo>
                  <a:lnTo>
                    <a:pt x="498348" y="3352812"/>
                  </a:lnTo>
                  <a:lnTo>
                    <a:pt x="486156" y="3314712"/>
                  </a:lnTo>
                  <a:lnTo>
                    <a:pt x="487680" y="3314712"/>
                  </a:lnTo>
                  <a:lnTo>
                    <a:pt x="481584" y="3289312"/>
                  </a:lnTo>
                  <a:lnTo>
                    <a:pt x="477012" y="3276612"/>
                  </a:lnTo>
                  <a:lnTo>
                    <a:pt x="470916" y="3251212"/>
                  </a:lnTo>
                  <a:lnTo>
                    <a:pt x="472440" y="3251212"/>
                  </a:lnTo>
                  <a:lnTo>
                    <a:pt x="466344" y="3238512"/>
                  </a:lnTo>
                  <a:lnTo>
                    <a:pt x="458724" y="3200412"/>
                  </a:lnTo>
                  <a:lnTo>
                    <a:pt x="457187" y="3200412"/>
                  </a:lnTo>
                  <a:lnTo>
                    <a:pt x="434340" y="3111512"/>
                  </a:lnTo>
                  <a:lnTo>
                    <a:pt x="435851" y="3111512"/>
                  </a:lnTo>
                  <a:lnTo>
                    <a:pt x="426720" y="3073412"/>
                  </a:lnTo>
                  <a:lnTo>
                    <a:pt x="423672" y="3048012"/>
                  </a:lnTo>
                  <a:lnTo>
                    <a:pt x="419087" y="3035312"/>
                  </a:lnTo>
                  <a:lnTo>
                    <a:pt x="413004" y="2997212"/>
                  </a:lnTo>
                  <a:lnTo>
                    <a:pt x="394716" y="2895612"/>
                  </a:lnTo>
                  <a:lnTo>
                    <a:pt x="393192" y="2895612"/>
                  </a:lnTo>
                  <a:lnTo>
                    <a:pt x="391655" y="2857512"/>
                  </a:lnTo>
                  <a:lnTo>
                    <a:pt x="388620" y="2857512"/>
                  </a:lnTo>
                  <a:lnTo>
                    <a:pt x="385572" y="2819412"/>
                  </a:lnTo>
                  <a:lnTo>
                    <a:pt x="384048" y="2819412"/>
                  </a:lnTo>
                  <a:lnTo>
                    <a:pt x="380987" y="2781312"/>
                  </a:lnTo>
                  <a:lnTo>
                    <a:pt x="379476" y="2781312"/>
                  </a:lnTo>
                  <a:lnTo>
                    <a:pt x="377952" y="2743212"/>
                  </a:lnTo>
                  <a:lnTo>
                    <a:pt x="374904" y="2743212"/>
                  </a:lnTo>
                  <a:lnTo>
                    <a:pt x="371856" y="2705112"/>
                  </a:lnTo>
                  <a:lnTo>
                    <a:pt x="370319" y="2667012"/>
                  </a:lnTo>
                  <a:lnTo>
                    <a:pt x="367284" y="2628912"/>
                  </a:lnTo>
                  <a:lnTo>
                    <a:pt x="367284" y="2616212"/>
                  </a:lnTo>
                  <a:lnTo>
                    <a:pt x="364223" y="2578112"/>
                  </a:lnTo>
                  <a:lnTo>
                    <a:pt x="364223" y="2552712"/>
                  </a:lnTo>
                  <a:lnTo>
                    <a:pt x="362712" y="2540012"/>
                  </a:lnTo>
                  <a:lnTo>
                    <a:pt x="362712" y="2501912"/>
                  </a:lnTo>
                  <a:lnTo>
                    <a:pt x="361188" y="2476512"/>
                  </a:lnTo>
                  <a:lnTo>
                    <a:pt x="361188" y="2400312"/>
                  </a:lnTo>
                  <a:lnTo>
                    <a:pt x="362712" y="2387612"/>
                  </a:lnTo>
                  <a:lnTo>
                    <a:pt x="362712" y="2349512"/>
                  </a:lnTo>
                  <a:lnTo>
                    <a:pt x="364223" y="2324112"/>
                  </a:lnTo>
                  <a:lnTo>
                    <a:pt x="364223" y="2310396"/>
                  </a:lnTo>
                  <a:lnTo>
                    <a:pt x="364223" y="2298712"/>
                  </a:lnTo>
                  <a:lnTo>
                    <a:pt x="367284" y="2260612"/>
                  </a:lnTo>
                  <a:lnTo>
                    <a:pt x="367284" y="2247912"/>
                  </a:lnTo>
                  <a:lnTo>
                    <a:pt x="370319" y="2209812"/>
                  </a:lnTo>
                  <a:lnTo>
                    <a:pt x="371856" y="2184412"/>
                  </a:lnTo>
                  <a:lnTo>
                    <a:pt x="374904" y="2146312"/>
                  </a:lnTo>
                  <a:lnTo>
                    <a:pt x="377952" y="2133612"/>
                  </a:lnTo>
                  <a:lnTo>
                    <a:pt x="380987" y="2095512"/>
                  </a:lnTo>
                  <a:lnTo>
                    <a:pt x="385572" y="2057412"/>
                  </a:lnTo>
                  <a:lnTo>
                    <a:pt x="391655" y="2019312"/>
                  </a:lnTo>
                  <a:lnTo>
                    <a:pt x="393192" y="1993912"/>
                  </a:lnTo>
                  <a:lnTo>
                    <a:pt x="396240" y="1981212"/>
                  </a:lnTo>
                  <a:lnTo>
                    <a:pt x="402323" y="1943112"/>
                  </a:lnTo>
                  <a:lnTo>
                    <a:pt x="405384" y="1917712"/>
                  </a:lnTo>
                  <a:lnTo>
                    <a:pt x="406908" y="1917712"/>
                  </a:lnTo>
                  <a:lnTo>
                    <a:pt x="408419" y="1905012"/>
                  </a:lnTo>
                  <a:lnTo>
                    <a:pt x="413004" y="1892312"/>
                  </a:lnTo>
                  <a:lnTo>
                    <a:pt x="419087" y="1854212"/>
                  </a:lnTo>
                  <a:lnTo>
                    <a:pt x="423672" y="1828812"/>
                  </a:lnTo>
                  <a:lnTo>
                    <a:pt x="435851" y="1778012"/>
                  </a:lnTo>
                  <a:lnTo>
                    <a:pt x="434340" y="1778012"/>
                  </a:lnTo>
                  <a:lnTo>
                    <a:pt x="461772" y="1663712"/>
                  </a:lnTo>
                  <a:lnTo>
                    <a:pt x="463283" y="1663712"/>
                  </a:lnTo>
                  <a:lnTo>
                    <a:pt x="466344" y="1638312"/>
                  </a:lnTo>
                  <a:lnTo>
                    <a:pt x="470916" y="1638312"/>
                  </a:lnTo>
                  <a:lnTo>
                    <a:pt x="477012" y="1612912"/>
                  </a:lnTo>
                  <a:lnTo>
                    <a:pt x="481584" y="1600212"/>
                  </a:lnTo>
                  <a:lnTo>
                    <a:pt x="487680" y="1574812"/>
                  </a:lnTo>
                  <a:lnTo>
                    <a:pt x="486156" y="1574812"/>
                  </a:lnTo>
                  <a:lnTo>
                    <a:pt x="498348" y="1536712"/>
                  </a:lnTo>
                  <a:lnTo>
                    <a:pt x="502920" y="1524012"/>
                  </a:lnTo>
                  <a:lnTo>
                    <a:pt x="509016" y="1498612"/>
                  </a:lnTo>
                  <a:lnTo>
                    <a:pt x="512051" y="1498612"/>
                  </a:lnTo>
                  <a:lnTo>
                    <a:pt x="545592" y="1397012"/>
                  </a:lnTo>
                  <a:lnTo>
                    <a:pt x="548640" y="1397012"/>
                  </a:lnTo>
                  <a:lnTo>
                    <a:pt x="551688" y="1384312"/>
                  </a:lnTo>
                  <a:lnTo>
                    <a:pt x="559308" y="1371612"/>
                  </a:lnTo>
                  <a:lnTo>
                    <a:pt x="557784" y="1371612"/>
                  </a:lnTo>
                  <a:lnTo>
                    <a:pt x="565404" y="1346212"/>
                  </a:lnTo>
                  <a:lnTo>
                    <a:pt x="571487" y="1333512"/>
                  </a:lnTo>
                  <a:lnTo>
                    <a:pt x="579120" y="1308112"/>
                  </a:lnTo>
                  <a:lnTo>
                    <a:pt x="585216" y="1295412"/>
                  </a:lnTo>
                  <a:lnTo>
                    <a:pt x="600456" y="1257312"/>
                  </a:lnTo>
                  <a:lnTo>
                    <a:pt x="598919" y="1257312"/>
                  </a:lnTo>
                  <a:lnTo>
                    <a:pt x="614172" y="1219212"/>
                  </a:lnTo>
                  <a:lnTo>
                    <a:pt x="621792" y="1219212"/>
                  </a:lnTo>
                  <a:lnTo>
                    <a:pt x="644652" y="1155712"/>
                  </a:lnTo>
                  <a:lnTo>
                    <a:pt x="652272" y="1143012"/>
                  </a:lnTo>
                  <a:lnTo>
                    <a:pt x="661416" y="1130312"/>
                  </a:lnTo>
                  <a:lnTo>
                    <a:pt x="659892" y="1130312"/>
                  </a:lnTo>
                  <a:lnTo>
                    <a:pt x="669023" y="1104912"/>
                  </a:lnTo>
                  <a:lnTo>
                    <a:pt x="676643" y="1104912"/>
                  </a:lnTo>
                  <a:lnTo>
                    <a:pt x="676643" y="1117092"/>
                  </a:lnTo>
                  <a:lnTo>
                    <a:pt x="681202" y="1104912"/>
                  </a:lnTo>
                  <a:lnTo>
                    <a:pt x="685787" y="1079512"/>
                  </a:lnTo>
                  <a:lnTo>
                    <a:pt x="684276" y="1079512"/>
                  </a:lnTo>
                  <a:lnTo>
                    <a:pt x="702551" y="1041412"/>
                  </a:lnTo>
                  <a:lnTo>
                    <a:pt x="701040" y="1041412"/>
                  </a:lnTo>
                  <a:lnTo>
                    <a:pt x="719328" y="1028712"/>
                  </a:lnTo>
                  <a:lnTo>
                    <a:pt x="717804" y="1028712"/>
                  </a:lnTo>
                  <a:lnTo>
                    <a:pt x="728472" y="990600"/>
                  </a:lnTo>
                  <a:lnTo>
                    <a:pt x="736079" y="990600"/>
                  </a:lnTo>
                  <a:lnTo>
                    <a:pt x="736079" y="1002792"/>
                  </a:lnTo>
                  <a:lnTo>
                    <a:pt x="740651" y="990600"/>
                  </a:lnTo>
                  <a:lnTo>
                    <a:pt x="763524" y="927100"/>
                  </a:lnTo>
                  <a:lnTo>
                    <a:pt x="768083" y="927100"/>
                  </a:lnTo>
                  <a:lnTo>
                    <a:pt x="790956" y="876300"/>
                  </a:lnTo>
                  <a:lnTo>
                    <a:pt x="800087" y="876300"/>
                  </a:lnTo>
                  <a:lnTo>
                    <a:pt x="810755" y="850900"/>
                  </a:lnTo>
                  <a:lnTo>
                    <a:pt x="809244" y="850900"/>
                  </a:lnTo>
                  <a:lnTo>
                    <a:pt x="819912" y="838200"/>
                  </a:lnTo>
                  <a:lnTo>
                    <a:pt x="829056" y="838200"/>
                  </a:lnTo>
                  <a:lnTo>
                    <a:pt x="839724" y="800100"/>
                  </a:lnTo>
                  <a:lnTo>
                    <a:pt x="838187" y="800100"/>
                  </a:lnTo>
                  <a:lnTo>
                    <a:pt x="870204" y="762000"/>
                  </a:lnTo>
                  <a:lnTo>
                    <a:pt x="868680" y="762000"/>
                  </a:lnTo>
                  <a:lnTo>
                    <a:pt x="890016" y="723900"/>
                  </a:lnTo>
                  <a:lnTo>
                    <a:pt x="899160" y="723900"/>
                  </a:lnTo>
                  <a:lnTo>
                    <a:pt x="911352" y="698500"/>
                  </a:lnTo>
                  <a:lnTo>
                    <a:pt x="909828" y="698500"/>
                  </a:lnTo>
                  <a:lnTo>
                    <a:pt x="920483" y="685800"/>
                  </a:lnTo>
                  <a:lnTo>
                    <a:pt x="941819" y="647700"/>
                  </a:lnTo>
                  <a:lnTo>
                    <a:pt x="952487" y="647700"/>
                  </a:lnTo>
                  <a:lnTo>
                    <a:pt x="964692" y="622300"/>
                  </a:lnTo>
                  <a:lnTo>
                    <a:pt x="963155" y="622300"/>
                  </a:lnTo>
                  <a:lnTo>
                    <a:pt x="975360" y="609600"/>
                  </a:lnTo>
                  <a:lnTo>
                    <a:pt x="986028" y="609600"/>
                  </a:lnTo>
                  <a:lnTo>
                    <a:pt x="996683" y="584200"/>
                  </a:lnTo>
                  <a:lnTo>
                    <a:pt x="1008888" y="571500"/>
                  </a:lnTo>
                  <a:lnTo>
                    <a:pt x="1019556" y="571500"/>
                  </a:lnTo>
                  <a:lnTo>
                    <a:pt x="1031748" y="533400"/>
                  </a:lnTo>
                  <a:lnTo>
                    <a:pt x="1042416" y="533400"/>
                  </a:lnTo>
                  <a:lnTo>
                    <a:pt x="1054608" y="508000"/>
                  </a:lnTo>
                  <a:lnTo>
                    <a:pt x="1057656" y="508000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971</Words>
  <Application>Microsoft Office PowerPoint</Application>
  <PresentationFormat>Custom</PresentationFormat>
  <Paragraphs>238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sravya1 fsd r1.docx</dc:title>
  <dc:creator>p sravya</dc:creator>
  <cp:lastModifiedBy>ACER</cp:lastModifiedBy>
  <cp:revision>1</cp:revision>
  <dcterms:created xsi:type="dcterms:W3CDTF">2026-04-09T07:04:04Z</dcterms:created>
  <dcterms:modified xsi:type="dcterms:W3CDTF">2026-04-09T07:22:19Z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LastSaved">
    <vt:filetime>2026-04-09T00:00:00Z</vt:filetime>
  </property>
  <property fmtid="{D5CDD505-2E9C-101B-9397-08002B2CF9AE}" pid="4" name="Producer">
    <vt:lpwstr>Microsoft: Print To PDF</vt:lpwstr>
  </property>
</Properties>
</file>